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65" r:id="rId2"/>
  </p:sldMasterIdLst>
  <p:notesMasterIdLst>
    <p:notesMasterId r:id="rId5"/>
  </p:notesMasterIdLst>
  <p:sldIdLst>
    <p:sldId id="295" r:id="rId3"/>
    <p:sldId id="293" r:id="rId4"/>
  </p:sldIdLst>
  <p:sldSz cx="12192000" cy="6858000"/>
  <p:notesSz cx="7104063" cy="10234613"/>
  <p:defaultTex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defaultTextStyle>
  <p:extLst>
    <p:ext uri="{EFAFB233-063F-42B5-8137-9DF3F51BA10A}">
      <p15:sldGuideLst xmlns:p15="http://schemas.microsoft.com/office/powerpoint/2012/main">
        <p15:guide id="2" pos="3795" userDrawn="1">
          <p15:clr>
            <a:srgbClr val="A4A3A4"/>
          </p15:clr>
        </p15:guide>
        <p15:guide id="3" orient="horz" pos="981" userDrawn="1">
          <p15:clr>
            <a:srgbClr val="A4A3A4"/>
          </p15:clr>
        </p15:guide>
        <p15:guide id="6" pos="3885" userDrawn="1">
          <p15:clr>
            <a:srgbClr val="A4A3A4"/>
          </p15:clr>
        </p15:guide>
        <p15:guide id="8" pos="2729" userDrawn="1">
          <p15:clr>
            <a:srgbClr val="A4A3A4"/>
          </p15:clr>
        </p15:guide>
        <p15:guide id="9" pos="5450" userDrawn="1">
          <p15:clr>
            <a:srgbClr val="A4A3A4"/>
          </p15:clr>
        </p15:guide>
        <p15:guide id="10" pos="211" userDrawn="1">
          <p15:clr>
            <a:srgbClr val="A4A3A4"/>
          </p15:clr>
        </p15:guide>
        <p15:guide id="11" pos="1799" userDrawn="1">
          <p15:clr>
            <a:srgbClr val="A4A3A4"/>
          </p15:clr>
        </p15:guide>
        <p15:guide id="12" pos="4951" userDrawn="1">
          <p15:clr>
            <a:srgbClr val="A4A3A4"/>
          </p15:clr>
        </p15:guide>
        <p15:guide id="13" pos="74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F4E"/>
    <a:srgbClr val="1E1E1E"/>
    <a:srgbClr val="FFFFFF"/>
    <a:srgbClr val="5D768F"/>
    <a:srgbClr val="5B80A1"/>
    <a:srgbClr val="8EA0B7"/>
    <a:srgbClr val="8597AE"/>
    <a:srgbClr val="9DB1C8"/>
    <a:srgbClr val="001848"/>
    <a:srgbClr val="1B1B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3" autoAdjust="0"/>
    <p:restoredTop sz="96301" autoAdjust="0"/>
  </p:normalViewPr>
  <p:slideViewPr>
    <p:cSldViewPr snapToGrid="0" showGuides="1">
      <p:cViewPr varScale="1">
        <p:scale>
          <a:sx n="143" d="100"/>
          <a:sy n="143" d="100"/>
        </p:scale>
        <p:origin x="632" y="96"/>
      </p:cViewPr>
      <p:guideLst>
        <p:guide pos="3795"/>
        <p:guide orient="horz" pos="981"/>
        <p:guide pos="3885"/>
        <p:guide pos="2729"/>
        <p:guide pos="5450"/>
        <p:guide pos="211"/>
        <p:guide pos="1799"/>
        <p:guide pos="4951"/>
        <p:guide pos="7469"/>
      </p:guideLst>
    </p:cSldViewPr>
  </p:slideViewPr>
  <p:notesTextViewPr>
    <p:cViewPr>
      <p:scale>
        <a:sx n="1" d="1"/>
        <a:sy n="1" d="1"/>
      </p:scale>
      <p:origin x="0" y="0"/>
    </p:cViewPr>
  </p:notesTextViewPr>
  <p:sorterViewPr>
    <p:cViewPr>
      <p:scale>
        <a:sx n="100" d="100"/>
        <a:sy n="100" d="100"/>
      </p:scale>
      <p:origin x="0" y="-838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9"/>
          </a:xfrm>
          <a:prstGeom prst="rect">
            <a:avLst/>
          </a:prstGeom>
        </p:spPr>
        <p:txBody>
          <a:bodyPr vert="horz" lIns="94714" tIns="47357" rIns="94714" bIns="47357" rtlCol="0"/>
          <a:lstStyle>
            <a:lvl1pPr algn="l">
              <a:defRPr sz="1200"/>
            </a:lvl1pPr>
          </a:lstStyle>
          <a:p>
            <a:endParaRPr lang="en-GB" dirty="0"/>
          </a:p>
        </p:txBody>
      </p:sp>
      <p:sp>
        <p:nvSpPr>
          <p:cNvPr id="3" name="Date Placeholder 2"/>
          <p:cNvSpPr>
            <a:spLocks noGrp="1"/>
          </p:cNvSpPr>
          <p:nvPr>
            <p:ph type="dt" idx="1"/>
          </p:nvPr>
        </p:nvSpPr>
        <p:spPr>
          <a:xfrm>
            <a:off x="4023992" y="0"/>
            <a:ext cx="3078427" cy="513509"/>
          </a:xfrm>
          <a:prstGeom prst="rect">
            <a:avLst/>
          </a:prstGeom>
        </p:spPr>
        <p:txBody>
          <a:bodyPr vert="horz" lIns="94714" tIns="47357" rIns="94714" bIns="47357" rtlCol="0"/>
          <a:lstStyle>
            <a:lvl1pPr algn="r">
              <a:defRPr sz="1200"/>
            </a:lvl1pPr>
          </a:lstStyle>
          <a:p>
            <a:fld id="{7B84E042-1D48-4E04-8B79-447D11B3CEE6}" type="datetimeFigureOut">
              <a:rPr lang="en-GB" smtClean="0"/>
              <a:t>07/06/2026</a:t>
            </a:fld>
            <a:endParaRPr lang="en-GB" dirty="0"/>
          </a:p>
        </p:txBody>
      </p:sp>
      <p:sp>
        <p:nvSpPr>
          <p:cNvPr id="4" name="Slide Image Placeholder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4714" tIns="47357" rIns="94714" bIns="47357" rtlCol="0" anchor="ctr"/>
          <a:lstStyle/>
          <a:p>
            <a:endParaRPr lang="en-GB" dirty="0"/>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4714" tIns="47357" rIns="94714" bIns="4735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7"/>
            <a:ext cx="3078427" cy="513506"/>
          </a:xfrm>
          <a:prstGeom prst="rect">
            <a:avLst/>
          </a:prstGeom>
        </p:spPr>
        <p:txBody>
          <a:bodyPr vert="horz" lIns="94714" tIns="47357" rIns="94714" bIns="47357" rtlCol="0" anchor="b"/>
          <a:lstStyle>
            <a:lvl1pPr algn="l">
              <a:defRPr sz="1200"/>
            </a:lvl1pPr>
          </a:lstStyle>
          <a:p>
            <a:endParaRPr lang="en-GB" dirty="0"/>
          </a:p>
        </p:txBody>
      </p:sp>
      <p:sp>
        <p:nvSpPr>
          <p:cNvPr id="7" name="Slide Number Placeholder 6"/>
          <p:cNvSpPr>
            <a:spLocks noGrp="1"/>
          </p:cNvSpPr>
          <p:nvPr>
            <p:ph type="sldNum" sz="quarter" idx="5"/>
          </p:nvPr>
        </p:nvSpPr>
        <p:spPr>
          <a:xfrm>
            <a:off x="4023992" y="9721107"/>
            <a:ext cx="3078427" cy="513506"/>
          </a:xfrm>
          <a:prstGeom prst="rect">
            <a:avLst/>
          </a:prstGeom>
        </p:spPr>
        <p:txBody>
          <a:bodyPr vert="horz" lIns="94714" tIns="47357" rIns="94714" bIns="47357" rtlCol="0" anchor="b"/>
          <a:lstStyle>
            <a:lvl1pPr algn="r">
              <a:defRPr sz="1200"/>
            </a:lvl1pPr>
          </a:lstStyle>
          <a:p>
            <a:fld id="{5EC5BF4B-16AC-44CD-9B65-7EEBAC2E246F}" type="slidenum">
              <a:rPr lang="en-GB" smtClean="0"/>
              <a:t>‹#›</a:t>
            </a:fld>
            <a:endParaRPr lang="en-GB" dirty="0"/>
          </a:p>
        </p:txBody>
      </p:sp>
    </p:spTree>
    <p:extLst>
      <p:ext uri="{BB962C8B-B14F-4D97-AF65-F5344CB8AC3E}">
        <p14:creationId xmlns:p14="http://schemas.microsoft.com/office/powerpoint/2010/main" val="1408428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C_No_Logo_Title_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326C344E-4AF6-CE4F-0F47-9C5F116D0F9E}"/>
              </a:ext>
            </a:extLst>
          </p:cNvPr>
          <p:cNvSpPr>
            <a:spLocks noGrp="1"/>
          </p:cNvSpPr>
          <p:nvPr>
            <p:ph type="ftr" sz="quarter" idx="3"/>
          </p:nvPr>
        </p:nvSpPr>
        <p:spPr>
          <a:xfrm>
            <a:off x="336000" y="6530082"/>
            <a:ext cx="10008000" cy="144000"/>
          </a:xfrm>
          <a:prstGeom prst="rect">
            <a:avLst/>
          </a:prstGeom>
        </p:spPr>
        <p:txBody>
          <a:bodyPr vert="horz" lIns="0" tIns="0" rIns="0" bIns="0" rtlCol="0" anchor="b" anchorCtr="0"/>
          <a:lstStyle>
            <a:lvl1pPr algn="l">
              <a:defRPr sz="1000" b="0">
                <a:solidFill>
                  <a:srgbClr val="5C5C5C"/>
                </a:solidFill>
              </a:defRPr>
            </a:lvl1pPr>
          </a:lstStyle>
          <a:p>
            <a:r>
              <a:rPr lang="en-GB"/>
              <a:t>Note/Source:</a:t>
            </a:r>
            <a:endParaRPr lang="en-GB" dirty="0"/>
          </a:p>
        </p:txBody>
      </p:sp>
      <p:sp>
        <p:nvSpPr>
          <p:cNvPr id="5" name="Slide Number Placeholder 5">
            <a:extLst>
              <a:ext uri="{FF2B5EF4-FFF2-40B4-BE49-F238E27FC236}">
                <a16:creationId xmlns:a16="http://schemas.microsoft.com/office/drawing/2014/main" id="{BED2FC4D-C909-3964-47A7-5BA199623742}"/>
              </a:ext>
            </a:extLst>
          </p:cNvPr>
          <p:cNvSpPr>
            <a:spLocks noGrp="1"/>
          </p:cNvSpPr>
          <p:nvPr>
            <p:ph type="sldNum" sz="quarter" idx="4"/>
          </p:nvPr>
        </p:nvSpPr>
        <p:spPr>
          <a:xfrm>
            <a:off x="10416000" y="6530082"/>
            <a:ext cx="1440000" cy="144000"/>
          </a:xfrm>
          <a:prstGeom prst="rect">
            <a:avLst/>
          </a:prstGeom>
        </p:spPr>
        <p:txBody>
          <a:bodyPr vert="horz" lIns="0" tIns="0" rIns="0" bIns="0" rtlCol="0" anchor="b"/>
          <a:lstStyle>
            <a:lvl1pPr algn="r">
              <a:defRPr sz="1000">
                <a:solidFill>
                  <a:srgbClr val="5C5C5C"/>
                </a:solidFill>
              </a:defRPr>
            </a:lvl1pPr>
          </a:lstStyle>
          <a:p>
            <a:fld id="{409756D6-C949-48E5-BF9D-2E241BF85B52}" type="slidenum">
              <a:rPr lang="en-GB" smtClean="0"/>
              <a:pPr/>
              <a:t>‹#›</a:t>
            </a:fld>
            <a:endParaRPr lang="en-GB" dirty="0"/>
          </a:p>
        </p:txBody>
      </p:sp>
      <p:sp>
        <p:nvSpPr>
          <p:cNvPr id="12" name="Title Placeholder 1">
            <a:extLst>
              <a:ext uri="{FF2B5EF4-FFF2-40B4-BE49-F238E27FC236}">
                <a16:creationId xmlns:a16="http://schemas.microsoft.com/office/drawing/2014/main" id="{6BFCA4EF-8A40-AFE1-0C83-E248E7CA6920}"/>
              </a:ext>
            </a:extLst>
          </p:cNvPr>
          <p:cNvSpPr>
            <a:spLocks noGrp="1"/>
          </p:cNvSpPr>
          <p:nvPr>
            <p:ph type="title"/>
          </p:nvPr>
        </p:nvSpPr>
        <p:spPr>
          <a:xfrm>
            <a:off x="334962" y="207390"/>
            <a:ext cx="11520000" cy="629223"/>
          </a:xfrm>
          <a:prstGeom prst="rect">
            <a:avLst/>
          </a:prstGeom>
        </p:spPr>
        <p:txBody>
          <a:bodyPr vert="horz" lIns="0" tIns="0" rIns="0" bIns="0" rtlCol="0" anchor="b">
            <a:normAutofit/>
          </a:bodyPr>
          <a:lstStyle/>
          <a:p>
            <a:r>
              <a:rPr lang="en-US" dirty="0"/>
              <a:t>Click to edit Master title style</a:t>
            </a:r>
            <a:endParaRPr lang="en-GB" dirty="0"/>
          </a:p>
        </p:txBody>
      </p:sp>
    </p:spTree>
    <p:extLst>
      <p:ext uri="{BB962C8B-B14F-4D97-AF65-F5344CB8AC3E}">
        <p14:creationId xmlns:p14="http://schemas.microsoft.com/office/powerpoint/2010/main" val="510134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C_No_Logo_Title_and_Tex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400152-37E9-D532-9AB6-33A0420EBB1B}"/>
              </a:ext>
            </a:extLst>
          </p:cNvPr>
          <p:cNvSpPr>
            <a:spLocks noGrp="1"/>
          </p:cNvSpPr>
          <p:nvPr>
            <p:ph idx="1"/>
          </p:nvPr>
        </p:nvSpPr>
        <p:spPr>
          <a:xfrm>
            <a:off x="336000" y="981076"/>
            <a:ext cx="11520000" cy="540067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326C344E-4AF6-CE4F-0F47-9C5F116D0F9E}"/>
              </a:ext>
            </a:extLst>
          </p:cNvPr>
          <p:cNvSpPr>
            <a:spLocks noGrp="1"/>
          </p:cNvSpPr>
          <p:nvPr>
            <p:ph type="ftr" sz="quarter" idx="3"/>
          </p:nvPr>
        </p:nvSpPr>
        <p:spPr>
          <a:xfrm>
            <a:off x="336000" y="6530082"/>
            <a:ext cx="10008000" cy="144000"/>
          </a:xfrm>
          <a:prstGeom prst="rect">
            <a:avLst/>
          </a:prstGeom>
        </p:spPr>
        <p:txBody>
          <a:bodyPr vert="horz" lIns="0" tIns="0" rIns="0" bIns="0" rtlCol="0" anchor="b" anchorCtr="0"/>
          <a:lstStyle>
            <a:lvl1pPr algn="l">
              <a:defRPr sz="1000" b="0">
                <a:solidFill>
                  <a:srgbClr val="5C5C5C"/>
                </a:solidFill>
              </a:defRPr>
            </a:lvl1pPr>
          </a:lstStyle>
          <a:p>
            <a:r>
              <a:rPr lang="en-GB"/>
              <a:t>Note/Source:</a:t>
            </a:r>
            <a:endParaRPr lang="en-GB" dirty="0"/>
          </a:p>
        </p:txBody>
      </p:sp>
      <p:sp>
        <p:nvSpPr>
          <p:cNvPr id="5" name="Slide Number Placeholder 5">
            <a:extLst>
              <a:ext uri="{FF2B5EF4-FFF2-40B4-BE49-F238E27FC236}">
                <a16:creationId xmlns:a16="http://schemas.microsoft.com/office/drawing/2014/main" id="{BED2FC4D-C909-3964-47A7-5BA199623742}"/>
              </a:ext>
            </a:extLst>
          </p:cNvPr>
          <p:cNvSpPr>
            <a:spLocks noGrp="1"/>
          </p:cNvSpPr>
          <p:nvPr>
            <p:ph type="sldNum" sz="quarter" idx="4"/>
          </p:nvPr>
        </p:nvSpPr>
        <p:spPr>
          <a:xfrm>
            <a:off x="10416000" y="6530082"/>
            <a:ext cx="1440000" cy="144000"/>
          </a:xfrm>
          <a:prstGeom prst="rect">
            <a:avLst/>
          </a:prstGeom>
        </p:spPr>
        <p:txBody>
          <a:bodyPr vert="horz" lIns="0" tIns="0" rIns="0" bIns="0" rtlCol="0" anchor="b"/>
          <a:lstStyle>
            <a:lvl1pPr algn="r">
              <a:defRPr sz="1000">
                <a:solidFill>
                  <a:srgbClr val="5C5C5C"/>
                </a:solidFill>
              </a:defRPr>
            </a:lvl1pPr>
          </a:lstStyle>
          <a:p>
            <a:fld id="{409756D6-C949-48E5-BF9D-2E241BF85B52}" type="slidenum">
              <a:rPr lang="en-GB" smtClean="0"/>
              <a:pPr/>
              <a:t>‹#›</a:t>
            </a:fld>
            <a:endParaRPr lang="en-GB" dirty="0"/>
          </a:p>
        </p:txBody>
      </p:sp>
      <p:sp>
        <p:nvSpPr>
          <p:cNvPr id="12" name="Title Placeholder 1">
            <a:extLst>
              <a:ext uri="{FF2B5EF4-FFF2-40B4-BE49-F238E27FC236}">
                <a16:creationId xmlns:a16="http://schemas.microsoft.com/office/drawing/2014/main" id="{6BFCA4EF-8A40-AFE1-0C83-E248E7CA6920}"/>
              </a:ext>
            </a:extLst>
          </p:cNvPr>
          <p:cNvSpPr>
            <a:spLocks noGrp="1"/>
          </p:cNvSpPr>
          <p:nvPr>
            <p:ph type="title"/>
          </p:nvPr>
        </p:nvSpPr>
        <p:spPr>
          <a:xfrm>
            <a:off x="334962" y="207390"/>
            <a:ext cx="11520000" cy="629223"/>
          </a:xfrm>
          <a:prstGeom prst="rect">
            <a:avLst/>
          </a:prstGeom>
        </p:spPr>
        <p:txBody>
          <a:bodyPr vert="horz" lIns="0" tIns="0" rIns="0" bIns="0" rtlCol="0" anchor="b">
            <a:normAutofit/>
          </a:bodyPr>
          <a:lstStyle/>
          <a:p>
            <a:r>
              <a:rPr lang="en-US" dirty="0"/>
              <a:t>Click to edit Master title style</a:t>
            </a:r>
            <a:endParaRPr lang="en-GB" dirty="0"/>
          </a:p>
        </p:txBody>
      </p:sp>
    </p:spTree>
    <p:extLst>
      <p:ext uri="{BB962C8B-B14F-4D97-AF65-F5344CB8AC3E}">
        <p14:creationId xmlns:p14="http://schemas.microsoft.com/office/powerpoint/2010/main" val="876688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C_No_Logo_One_Headlin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326C344E-4AF6-CE4F-0F47-9C5F116D0F9E}"/>
              </a:ext>
            </a:extLst>
          </p:cNvPr>
          <p:cNvSpPr>
            <a:spLocks noGrp="1"/>
          </p:cNvSpPr>
          <p:nvPr>
            <p:ph type="ftr" sz="quarter" idx="3"/>
          </p:nvPr>
        </p:nvSpPr>
        <p:spPr>
          <a:xfrm>
            <a:off x="336000" y="6530082"/>
            <a:ext cx="10008000" cy="144000"/>
          </a:xfrm>
          <a:prstGeom prst="rect">
            <a:avLst/>
          </a:prstGeom>
        </p:spPr>
        <p:txBody>
          <a:bodyPr vert="horz" lIns="0" tIns="0" rIns="0" bIns="0" rtlCol="0" anchor="b" anchorCtr="0"/>
          <a:lstStyle>
            <a:lvl1pPr algn="l">
              <a:defRPr sz="1000" b="0">
                <a:solidFill>
                  <a:srgbClr val="5C5C5C"/>
                </a:solidFill>
              </a:defRPr>
            </a:lvl1pPr>
          </a:lstStyle>
          <a:p>
            <a:r>
              <a:rPr lang="en-GB"/>
              <a:t>Note/Source:</a:t>
            </a:r>
            <a:endParaRPr lang="en-GB" dirty="0"/>
          </a:p>
        </p:txBody>
      </p:sp>
      <p:sp>
        <p:nvSpPr>
          <p:cNvPr id="5" name="Slide Number Placeholder 5">
            <a:extLst>
              <a:ext uri="{FF2B5EF4-FFF2-40B4-BE49-F238E27FC236}">
                <a16:creationId xmlns:a16="http://schemas.microsoft.com/office/drawing/2014/main" id="{BED2FC4D-C909-3964-47A7-5BA199623742}"/>
              </a:ext>
            </a:extLst>
          </p:cNvPr>
          <p:cNvSpPr>
            <a:spLocks noGrp="1"/>
          </p:cNvSpPr>
          <p:nvPr>
            <p:ph type="sldNum" sz="quarter" idx="4"/>
          </p:nvPr>
        </p:nvSpPr>
        <p:spPr>
          <a:xfrm>
            <a:off x="10416000" y="6530082"/>
            <a:ext cx="1440000" cy="144000"/>
          </a:xfrm>
          <a:prstGeom prst="rect">
            <a:avLst/>
          </a:prstGeom>
        </p:spPr>
        <p:txBody>
          <a:bodyPr vert="horz" lIns="0" tIns="0" rIns="0" bIns="0" rtlCol="0" anchor="b"/>
          <a:lstStyle>
            <a:lvl1pPr algn="r">
              <a:defRPr sz="1000">
                <a:solidFill>
                  <a:srgbClr val="5C5C5C"/>
                </a:solidFill>
              </a:defRPr>
            </a:lvl1pPr>
          </a:lstStyle>
          <a:p>
            <a:fld id="{409756D6-C949-48E5-BF9D-2E241BF85B52}" type="slidenum">
              <a:rPr lang="en-GB" smtClean="0"/>
              <a:pPr/>
              <a:t>‹#›</a:t>
            </a:fld>
            <a:endParaRPr lang="en-GB" dirty="0"/>
          </a:p>
        </p:txBody>
      </p:sp>
      <p:sp>
        <p:nvSpPr>
          <p:cNvPr id="12" name="Title Placeholder 1">
            <a:extLst>
              <a:ext uri="{FF2B5EF4-FFF2-40B4-BE49-F238E27FC236}">
                <a16:creationId xmlns:a16="http://schemas.microsoft.com/office/drawing/2014/main" id="{6BFCA4EF-8A40-AFE1-0C83-E248E7CA6920}"/>
              </a:ext>
            </a:extLst>
          </p:cNvPr>
          <p:cNvSpPr>
            <a:spLocks noGrp="1"/>
          </p:cNvSpPr>
          <p:nvPr>
            <p:ph type="title"/>
          </p:nvPr>
        </p:nvSpPr>
        <p:spPr>
          <a:xfrm>
            <a:off x="334962" y="207390"/>
            <a:ext cx="11520000" cy="629223"/>
          </a:xfrm>
          <a:prstGeom prst="rect">
            <a:avLst/>
          </a:prstGeom>
        </p:spPr>
        <p:txBody>
          <a:bodyPr vert="horz" lIns="0" tIns="0" rIns="0" bIns="0" rtlCol="0" anchor="b">
            <a:normAutofit/>
          </a:bodyPr>
          <a:lstStyle/>
          <a:p>
            <a:r>
              <a:rPr lang="en-US" dirty="0"/>
              <a:t>Click to edit Master title style</a:t>
            </a:r>
            <a:endParaRPr lang="en-GB" dirty="0"/>
          </a:p>
        </p:txBody>
      </p:sp>
      <p:sp>
        <p:nvSpPr>
          <p:cNvPr id="2" name="Text Placeholder 2">
            <a:extLst>
              <a:ext uri="{FF2B5EF4-FFF2-40B4-BE49-F238E27FC236}">
                <a16:creationId xmlns:a16="http://schemas.microsoft.com/office/drawing/2014/main" id="{8D6AA7E3-8645-0653-BD09-80700BDAE44D}"/>
              </a:ext>
            </a:extLst>
          </p:cNvPr>
          <p:cNvSpPr>
            <a:spLocks noGrp="1"/>
          </p:cNvSpPr>
          <p:nvPr>
            <p:ph type="body" idx="1"/>
          </p:nvPr>
        </p:nvSpPr>
        <p:spPr>
          <a:xfrm>
            <a:off x="344488" y="987100"/>
            <a:ext cx="11520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Tree>
    <p:extLst>
      <p:ext uri="{BB962C8B-B14F-4D97-AF65-F5344CB8AC3E}">
        <p14:creationId xmlns:p14="http://schemas.microsoft.com/office/powerpoint/2010/main" val="737762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C_No_Logo_Two_Headlines">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326C344E-4AF6-CE4F-0F47-9C5F116D0F9E}"/>
              </a:ext>
            </a:extLst>
          </p:cNvPr>
          <p:cNvSpPr>
            <a:spLocks noGrp="1"/>
          </p:cNvSpPr>
          <p:nvPr>
            <p:ph type="ftr" sz="quarter" idx="3"/>
          </p:nvPr>
        </p:nvSpPr>
        <p:spPr>
          <a:xfrm>
            <a:off x="336000" y="6530082"/>
            <a:ext cx="10008000" cy="144000"/>
          </a:xfrm>
          <a:prstGeom prst="rect">
            <a:avLst/>
          </a:prstGeom>
        </p:spPr>
        <p:txBody>
          <a:bodyPr vert="horz" lIns="0" tIns="0" rIns="0" bIns="0" rtlCol="0" anchor="b" anchorCtr="0"/>
          <a:lstStyle>
            <a:lvl1pPr algn="l">
              <a:defRPr sz="1000" b="0">
                <a:solidFill>
                  <a:srgbClr val="5C5C5C"/>
                </a:solidFill>
              </a:defRPr>
            </a:lvl1pPr>
          </a:lstStyle>
          <a:p>
            <a:r>
              <a:rPr lang="en-GB"/>
              <a:t>Note/Source:</a:t>
            </a:r>
            <a:endParaRPr lang="en-GB" dirty="0"/>
          </a:p>
        </p:txBody>
      </p:sp>
      <p:sp>
        <p:nvSpPr>
          <p:cNvPr id="5" name="Slide Number Placeholder 5">
            <a:extLst>
              <a:ext uri="{FF2B5EF4-FFF2-40B4-BE49-F238E27FC236}">
                <a16:creationId xmlns:a16="http://schemas.microsoft.com/office/drawing/2014/main" id="{BED2FC4D-C909-3964-47A7-5BA199623742}"/>
              </a:ext>
            </a:extLst>
          </p:cNvPr>
          <p:cNvSpPr>
            <a:spLocks noGrp="1"/>
          </p:cNvSpPr>
          <p:nvPr>
            <p:ph type="sldNum" sz="quarter" idx="4"/>
          </p:nvPr>
        </p:nvSpPr>
        <p:spPr>
          <a:xfrm>
            <a:off x="10416000" y="6530082"/>
            <a:ext cx="1440000" cy="144000"/>
          </a:xfrm>
          <a:prstGeom prst="rect">
            <a:avLst/>
          </a:prstGeom>
        </p:spPr>
        <p:txBody>
          <a:bodyPr vert="horz" lIns="0" tIns="0" rIns="0" bIns="0" rtlCol="0" anchor="b"/>
          <a:lstStyle>
            <a:lvl1pPr algn="r">
              <a:defRPr sz="1000">
                <a:solidFill>
                  <a:srgbClr val="5C5C5C"/>
                </a:solidFill>
              </a:defRPr>
            </a:lvl1pPr>
          </a:lstStyle>
          <a:p>
            <a:fld id="{409756D6-C949-48E5-BF9D-2E241BF85B52}" type="slidenum">
              <a:rPr lang="en-GB" smtClean="0"/>
              <a:pPr/>
              <a:t>‹#›</a:t>
            </a:fld>
            <a:endParaRPr lang="en-GB" dirty="0"/>
          </a:p>
        </p:txBody>
      </p:sp>
      <p:sp>
        <p:nvSpPr>
          <p:cNvPr id="12" name="Title Placeholder 1">
            <a:extLst>
              <a:ext uri="{FF2B5EF4-FFF2-40B4-BE49-F238E27FC236}">
                <a16:creationId xmlns:a16="http://schemas.microsoft.com/office/drawing/2014/main" id="{6BFCA4EF-8A40-AFE1-0C83-E248E7CA6920}"/>
              </a:ext>
            </a:extLst>
          </p:cNvPr>
          <p:cNvSpPr>
            <a:spLocks noGrp="1"/>
          </p:cNvSpPr>
          <p:nvPr>
            <p:ph type="title"/>
          </p:nvPr>
        </p:nvSpPr>
        <p:spPr>
          <a:xfrm>
            <a:off x="334962" y="207390"/>
            <a:ext cx="11520000" cy="629223"/>
          </a:xfrm>
          <a:prstGeom prst="rect">
            <a:avLst/>
          </a:prstGeom>
        </p:spPr>
        <p:txBody>
          <a:bodyPr vert="horz" lIns="0" tIns="0" rIns="0" bIns="0" rtlCol="0" anchor="b">
            <a:normAutofit/>
          </a:bodyPr>
          <a:lstStyle/>
          <a:p>
            <a:r>
              <a:rPr lang="en-US" dirty="0"/>
              <a:t>Click to edit Master title style</a:t>
            </a:r>
            <a:endParaRPr lang="en-GB" dirty="0"/>
          </a:p>
        </p:txBody>
      </p:sp>
      <p:sp>
        <p:nvSpPr>
          <p:cNvPr id="2" name="Text Placeholder 2">
            <a:extLst>
              <a:ext uri="{FF2B5EF4-FFF2-40B4-BE49-F238E27FC236}">
                <a16:creationId xmlns:a16="http://schemas.microsoft.com/office/drawing/2014/main" id="{C9A6E2FA-310B-6279-E69F-F3C79675CAFB}"/>
              </a:ext>
            </a:extLst>
          </p:cNvPr>
          <p:cNvSpPr>
            <a:spLocks noGrp="1"/>
          </p:cNvSpPr>
          <p:nvPr>
            <p:ph type="body" idx="1"/>
          </p:nvPr>
        </p:nvSpPr>
        <p:spPr>
          <a:xfrm>
            <a:off x="344488" y="987100"/>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
        <p:nvSpPr>
          <p:cNvPr id="3" name="Text Placeholder 4">
            <a:extLst>
              <a:ext uri="{FF2B5EF4-FFF2-40B4-BE49-F238E27FC236}">
                <a16:creationId xmlns:a16="http://schemas.microsoft.com/office/drawing/2014/main" id="{19FF9701-2059-0747-05D3-B94A892FFFBC}"/>
              </a:ext>
            </a:extLst>
          </p:cNvPr>
          <p:cNvSpPr>
            <a:spLocks noGrp="1"/>
          </p:cNvSpPr>
          <p:nvPr>
            <p:ph type="body" sz="quarter" idx="10"/>
          </p:nvPr>
        </p:nvSpPr>
        <p:spPr>
          <a:xfrm>
            <a:off x="6178736" y="987100"/>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a:t>Click to edit Master text styles</a:t>
            </a:r>
          </a:p>
        </p:txBody>
      </p:sp>
    </p:spTree>
    <p:extLst>
      <p:ext uri="{BB962C8B-B14F-4D97-AF65-F5344CB8AC3E}">
        <p14:creationId xmlns:p14="http://schemas.microsoft.com/office/powerpoint/2010/main" val="2676133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C_No_Logo_Four_Headlines">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326C344E-4AF6-CE4F-0F47-9C5F116D0F9E}"/>
              </a:ext>
            </a:extLst>
          </p:cNvPr>
          <p:cNvSpPr>
            <a:spLocks noGrp="1"/>
          </p:cNvSpPr>
          <p:nvPr>
            <p:ph type="ftr" sz="quarter" idx="3"/>
          </p:nvPr>
        </p:nvSpPr>
        <p:spPr>
          <a:xfrm>
            <a:off x="336000" y="6530082"/>
            <a:ext cx="10008000" cy="144000"/>
          </a:xfrm>
          <a:prstGeom prst="rect">
            <a:avLst/>
          </a:prstGeom>
        </p:spPr>
        <p:txBody>
          <a:bodyPr vert="horz" lIns="0" tIns="0" rIns="0" bIns="0" rtlCol="0" anchor="b" anchorCtr="0"/>
          <a:lstStyle>
            <a:lvl1pPr algn="l">
              <a:defRPr sz="1000" b="0">
                <a:solidFill>
                  <a:srgbClr val="5C5C5C"/>
                </a:solidFill>
              </a:defRPr>
            </a:lvl1pPr>
          </a:lstStyle>
          <a:p>
            <a:r>
              <a:rPr lang="en-GB"/>
              <a:t>Note/Source:</a:t>
            </a:r>
            <a:endParaRPr lang="en-GB" dirty="0"/>
          </a:p>
        </p:txBody>
      </p:sp>
      <p:sp>
        <p:nvSpPr>
          <p:cNvPr id="5" name="Slide Number Placeholder 5">
            <a:extLst>
              <a:ext uri="{FF2B5EF4-FFF2-40B4-BE49-F238E27FC236}">
                <a16:creationId xmlns:a16="http://schemas.microsoft.com/office/drawing/2014/main" id="{BED2FC4D-C909-3964-47A7-5BA199623742}"/>
              </a:ext>
            </a:extLst>
          </p:cNvPr>
          <p:cNvSpPr>
            <a:spLocks noGrp="1"/>
          </p:cNvSpPr>
          <p:nvPr>
            <p:ph type="sldNum" sz="quarter" idx="4"/>
          </p:nvPr>
        </p:nvSpPr>
        <p:spPr>
          <a:xfrm>
            <a:off x="10416000" y="6530082"/>
            <a:ext cx="1440000" cy="144000"/>
          </a:xfrm>
          <a:prstGeom prst="rect">
            <a:avLst/>
          </a:prstGeom>
        </p:spPr>
        <p:txBody>
          <a:bodyPr vert="horz" lIns="0" tIns="0" rIns="0" bIns="0" rtlCol="0" anchor="b"/>
          <a:lstStyle>
            <a:lvl1pPr algn="r">
              <a:defRPr sz="1000">
                <a:solidFill>
                  <a:srgbClr val="5C5C5C"/>
                </a:solidFill>
              </a:defRPr>
            </a:lvl1pPr>
          </a:lstStyle>
          <a:p>
            <a:fld id="{409756D6-C949-48E5-BF9D-2E241BF85B52}" type="slidenum">
              <a:rPr lang="en-GB" smtClean="0"/>
              <a:pPr/>
              <a:t>‹#›</a:t>
            </a:fld>
            <a:endParaRPr lang="en-GB" dirty="0"/>
          </a:p>
        </p:txBody>
      </p:sp>
      <p:sp>
        <p:nvSpPr>
          <p:cNvPr id="12" name="Title Placeholder 1">
            <a:extLst>
              <a:ext uri="{FF2B5EF4-FFF2-40B4-BE49-F238E27FC236}">
                <a16:creationId xmlns:a16="http://schemas.microsoft.com/office/drawing/2014/main" id="{6BFCA4EF-8A40-AFE1-0C83-E248E7CA6920}"/>
              </a:ext>
            </a:extLst>
          </p:cNvPr>
          <p:cNvSpPr>
            <a:spLocks noGrp="1"/>
          </p:cNvSpPr>
          <p:nvPr>
            <p:ph type="title"/>
          </p:nvPr>
        </p:nvSpPr>
        <p:spPr>
          <a:xfrm>
            <a:off x="334962" y="207390"/>
            <a:ext cx="11520000" cy="629223"/>
          </a:xfrm>
          <a:prstGeom prst="rect">
            <a:avLst/>
          </a:prstGeom>
        </p:spPr>
        <p:txBody>
          <a:bodyPr vert="horz" lIns="0" tIns="0" rIns="0" bIns="0" rtlCol="0" anchor="b">
            <a:normAutofit/>
          </a:bodyPr>
          <a:lstStyle/>
          <a:p>
            <a:r>
              <a:rPr lang="en-US" dirty="0"/>
              <a:t>Click to edit Master title style</a:t>
            </a:r>
            <a:endParaRPr lang="en-GB" dirty="0"/>
          </a:p>
        </p:txBody>
      </p:sp>
      <p:sp>
        <p:nvSpPr>
          <p:cNvPr id="2" name="Text Placeholder 2">
            <a:extLst>
              <a:ext uri="{FF2B5EF4-FFF2-40B4-BE49-F238E27FC236}">
                <a16:creationId xmlns:a16="http://schemas.microsoft.com/office/drawing/2014/main" id="{A8B5B5F8-D4C8-A2EB-6761-C9997C8BD215}"/>
              </a:ext>
            </a:extLst>
          </p:cNvPr>
          <p:cNvSpPr>
            <a:spLocks noGrp="1"/>
          </p:cNvSpPr>
          <p:nvPr>
            <p:ph type="body" idx="1"/>
          </p:nvPr>
        </p:nvSpPr>
        <p:spPr>
          <a:xfrm>
            <a:off x="344488" y="987100"/>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
        <p:nvSpPr>
          <p:cNvPr id="3" name="Text Placeholder 4">
            <a:extLst>
              <a:ext uri="{FF2B5EF4-FFF2-40B4-BE49-F238E27FC236}">
                <a16:creationId xmlns:a16="http://schemas.microsoft.com/office/drawing/2014/main" id="{AFD7F0E2-CEA2-5714-ED48-A617D31CAB2B}"/>
              </a:ext>
            </a:extLst>
          </p:cNvPr>
          <p:cNvSpPr>
            <a:spLocks noGrp="1"/>
          </p:cNvSpPr>
          <p:nvPr>
            <p:ph type="body" sz="quarter" idx="10"/>
          </p:nvPr>
        </p:nvSpPr>
        <p:spPr>
          <a:xfrm>
            <a:off x="6178736" y="987100"/>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a:t>Click to edit Master text styles</a:t>
            </a:r>
          </a:p>
        </p:txBody>
      </p:sp>
      <p:sp>
        <p:nvSpPr>
          <p:cNvPr id="6" name="Text Placeholder 2">
            <a:extLst>
              <a:ext uri="{FF2B5EF4-FFF2-40B4-BE49-F238E27FC236}">
                <a16:creationId xmlns:a16="http://schemas.microsoft.com/office/drawing/2014/main" id="{E4144472-07CC-809C-DACD-839D226E9E49}"/>
              </a:ext>
            </a:extLst>
          </p:cNvPr>
          <p:cNvSpPr>
            <a:spLocks noGrp="1"/>
          </p:cNvSpPr>
          <p:nvPr>
            <p:ph type="body" idx="15"/>
          </p:nvPr>
        </p:nvSpPr>
        <p:spPr>
          <a:xfrm>
            <a:off x="344488" y="3653278"/>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
        <p:nvSpPr>
          <p:cNvPr id="7" name="Text Placeholder 4">
            <a:extLst>
              <a:ext uri="{FF2B5EF4-FFF2-40B4-BE49-F238E27FC236}">
                <a16:creationId xmlns:a16="http://schemas.microsoft.com/office/drawing/2014/main" id="{A59ADF58-1E91-2C06-DD3B-4438E7CD8D88}"/>
              </a:ext>
            </a:extLst>
          </p:cNvPr>
          <p:cNvSpPr>
            <a:spLocks noGrp="1"/>
          </p:cNvSpPr>
          <p:nvPr>
            <p:ph type="body" sz="quarter" idx="17"/>
          </p:nvPr>
        </p:nvSpPr>
        <p:spPr>
          <a:xfrm>
            <a:off x="6178736" y="3653278"/>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Tree>
    <p:extLst>
      <p:ext uri="{BB962C8B-B14F-4D97-AF65-F5344CB8AC3E}">
        <p14:creationId xmlns:p14="http://schemas.microsoft.com/office/powerpoint/2010/main" val="1206196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C_Subtitle_Titles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19D7-473B-C09E-5D8F-0988EAAB1003}"/>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C9FE49A1-2226-36D1-2EEA-607EEA8C6331}"/>
              </a:ext>
            </a:extLst>
          </p:cNvPr>
          <p:cNvSpPr>
            <a:spLocks noGrp="1"/>
          </p:cNvSpPr>
          <p:nvPr>
            <p:ph type="ftr" sz="quarter" idx="10"/>
          </p:nvPr>
        </p:nvSpPr>
        <p:spPr/>
        <p:txBody>
          <a:bodyPr/>
          <a:lstStyle>
            <a:lvl1pPr>
              <a:defRPr>
                <a:solidFill>
                  <a:srgbClr val="5C5C5C"/>
                </a:solidFill>
              </a:defRPr>
            </a:lvl1pPr>
          </a:lstStyle>
          <a:p>
            <a:r>
              <a:rPr lang="en-GB"/>
              <a:t>Note/Source:</a:t>
            </a:r>
            <a:endParaRPr lang="en-GB" dirty="0"/>
          </a:p>
        </p:txBody>
      </p:sp>
      <p:sp>
        <p:nvSpPr>
          <p:cNvPr id="4" name="Slide Number Placeholder 3">
            <a:extLst>
              <a:ext uri="{FF2B5EF4-FFF2-40B4-BE49-F238E27FC236}">
                <a16:creationId xmlns:a16="http://schemas.microsoft.com/office/drawing/2014/main" id="{249296A9-5D7F-1AB4-D226-133CC004153E}"/>
              </a:ext>
            </a:extLst>
          </p:cNvPr>
          <p:cNvSpPr>
            <a:spLocks noGrp="1"/>
          </p:cNvSpPr>
          <p:nvPr>
            <p:ph type="sldNum" sz="quarter" idx="11"/>
          </p:nvPr>
        </p:nvSpPr>
        <p:spPr/>
        <p:txBody>
          <a:bodyPr/>
          <a:lstStyle>
            <a:lvl1pPr>
              <a:defRPr>
                <a:solidFill>
                  <a:srgbClr val="5C5C5C"/>
                </a:solidFill>
              </a:defRPr>
            </a:lvl1pPr>
          </a:lstStyle>
          <a:p>
            <a:fld id="{409756D6-C949-48E5-BF9D-2E241BF85B52}" type="slidenum">
              <a:rPr lang="en-GB" smtClean="0"/>
              <a:pPr/>
              <a:t>‹#›</a:t>
            </a:fld>
            <a:endParaRPr lang="en-GB" dirty="0"/>
          </a:p>
        </p:txBody>
      </p:sp>
      <p:sp>
        <p:nvSpPr>
          <p:cNvPr id="6" name="Text Placeholder 5">
            <a:extLst>
              <a:ext uri="{FF2B5EF4-FFF2-40B4-BE49-F238E27FC236}">
                <a16:creationId xmlns:a16="http://schemas.microsoft.com/office/drawing/2014/main" id="{8BB3026E-51E1-BD50-294B-DD2E3579F48E}"/>
              </a:ext>
            </a:extLst>
          </p:cNvPr>
          <p:cNvSpPr>
            <a:spLocks noGrp="1"/>
          </p:cNvSpPr>
          <p:nvPr>
            <p:ph type="body" sz="quarter" idx="12"/>
          </p:nvPr>
        </p:nvSpPr>
        <p:spPr>
          <a:xfrm>
            <a:off x="625474" y="876300"/>
            <a:ext cx="11232000" cy="252000"/>
          </a:xfrm>
        </p:spPr>
        <p:txBody>
          <a:bodyPr lIns="0" bIns="0" anchor="b" anchorCtr="0">
            <a:normAutofit/>
          </a:bodyPr>
          <a:lstStyle>
            <a:lvl1pPr>
              <a:buNone/>
              <a:defRPr/>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3222542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C_Subtitle_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19D7-473B-C09E-5D8F-0988EAAB1003}"/>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C9FE49A1-2226-36D1-2EEA-607EEA8C6331}"/>
              </a:ext>
            </a:extLst>
          </p:cNvPr>
          <p:cNvSpPr>
            <a:spLocks noGrp="1"/>
          </p:cNvSpPr>
          <p:nvPr>
            <p:ph type="ftr" sz="quarter" idx="10"/>
          </p:nvPr>
        </p:nvSpPr>
        <p:spPr/>
        <p:txBody>
          <a:bodyPr/>
          <a:lstStyle>
            <a:lvl1pPr>
              <a:defRPr>
                <a:solidFill>
                  <a:srgbClr val="5C5C5C"/>
                </a:solidFill>
              </a:defRPr>
            </a:lvl1pPr>
          </a:lstStyle>
          <a:p>
            <a:r>
              <a:rPr lang="en-GB"/>
              <a:t>Note/Source:</a:t>
            </a:r>
            <a:endParaRPr lang="en-GB" dirty="0"/>
          </a:p>
        </p:txBody>
      </p:sp>
      <p:sp>
        <p:nvSpPr>
          <p:cNvPr id="4" name="Slide Number Placeholder 3">
            <a:extLst>
              <a:ext uri="{FF2B5EF4-FFF2-40B4-BE49-F238E27FC236}">
                <a16:creationId xmlns:a16="http://schemas.microsoft.com/office/drawing/2014/main" id="{249296A9-5D7F-1AB4-D226-133CC004153E}"/>
              </a:ext>
            </a:extLst>
          </p:cNvPr>
          <p:cNvSpPr>
            <a:spLocks noGrp="1"/>
          </p:cNvSpPr>
          <p:nvPr>
            <p:ph type="sldNum" sz="quarter" idx="11"/>
          </p:nvPr>
        </p:nvSpPr>
        <p:spPr/>
        <p:txBody>
          <a:bodyPr/>
          <a:lstStyle>
            <a:lvl1pPr>
              <a:defRPr>
                <a:solidFill>
                  <a:srgbClr val="5C5C5C"/>
                </a:solidFill>
              </a:defRPr>
            </a:lvl1pPr>
          </a:lstStyle>
          <a:p>
            <a:fld id="{409756D6-C949-48E5-BF9D-2E241BF85B52}" type="slidenum">
              <a:rPr lang="en-GB" smtClean="0"/>
              <a:pPr/>
              <a:t>‹#›</a:t>
            </a:fld>
            <a:endParaRPr lang="en-GB" dirty="0"/>
          </a:p>
        </p:txBody>
      </p:sp>
      <p:sp>
        <p:nvSpPr>
          <p:cNvPr id="5" name="Text Placeholder 2">
            <a:extLst>
              <a:ext uri="{FF2B5EF4-FFF2-40B4-BE49-F238E27FC236}">
                <a16:creationId xmlns:a16="http://schemas.microsoft.com/office/drawing/2014/main" id="{31FD31A4-3059-17D1-1473-D19B5C95AAEA}"/>
              </a:ext>
            </a:extLst>
          </p:cNvPr>
          <p:cNvSpPr>
            <a:spLocks noGrp="1"/>
          </p:cNvSpPr>
          <p:nvPr>
            <p:ph idx="1"/>
          </p:nvPr>
        </p:nvSpPr>
        <p:spPr>
          <a:xfrm>
            <a:off x="336000" y="1268412"/>
            <a:ext cx="11520000" cy="5113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5">
            <a:extLst>
              <a:ext uri="{FF2B5EF4-FFF2-40B4-BE49-F238E27FC236}">
                <a16:creationId xmlns:a16="http://schemas.microsoft.com/office/drawing/2014/main" id="{9C083E6C-0BC0-5D45-598C-755B85255AC2}"/>
              </a:ext>
            </a:extLst>
          </p:cNvPr>
          <p:cNvSpPr>
            <a:spLocks noGrp="1"/>
          </p:cNvSpPr>
          <p:nvPr>
            <p:ph type="body" sz="quarter" idx="12"/>
          </p:nvPr>
        </p:nvSpPr>
        <p:spPr>
          <a:xfrm>
            <a:off x="625474" y="876300"/>
            <a:ext cx="11232000" cy="252000"/>
          </a:xfrm>
        </p:spPr>
        <p:txBody>
          <a:bodyPr lIns="0" bIns="0" anchor="b" anchorCtr="0">
            <a:normAutofit/>
          </a:bodyPr>
          <a:lstStyle>
            <a:lvl1pPr>
              <a:buNone/>
              <a:defRPr/>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23318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C_Subtitle_One_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19D7-473B-C09E-5D8F-0988EAAB1003}"/>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C9FE49A1-2226-36D1-2EEA-607EEA8C6331}"/>
              </a:ext>
            </a:extLst>
          </p:cNvPr>
          <p:cNvSpPr>
            <a:spLocks noGrp="1"/>
          </p:cNvSpPr>
          <p:nvPr>
            <p:ph type="ftr" sz="quarter" idx="10"/>
          </p:nvPr>
        </p:nvSpPr>
        <p:spPr/>
        <p:txBody>
          <a:bodyPr/>
          <a:lstStyle>
            <a:lvl1pPr>
              <a:defRPr>
                <a:solidFill>
                  <a:srgbClr val="5C5C5C"/>
                </a:solidFill>
              </a:defRPr>
            </a:lvl1pPr>
          </a:lstStyle>
          <a:p>
            <a:r>
              <a:rPr lang="en-GB"/>
              <a:t>Note/Source:</a:t>
            </a:r>
            <a:endParaRPr lang="en-GB" dirty="0"/>
          </a:p>
        </p:txBody>
      </p:sp>
      <p:sp>
        <p:nvSpPr>
          <p:cNvPr id="4" name="Slide Number Placeholder 3">
            <a:extLst>
              <a:ext uri="{FF2B5EF4-FFF2-40B4-BE49-F238E27FC236}">
                <a16:creationId xmlns:a16="http://schemas.microsoft.com/office/drawing/2014/main" id="{249296A9-5D7F-1AB4-D226-133CC004153E}"/>
              </a:ext>
            </a:extLst>
          </p:cNvPr>
          <p:cNvSpPr>
            <a:spLocks noGrp="1"/>
          </p:cNvSpPr>
          <p:nvPr>
            <p:ph type="sldNum" sz="quarter" idx="11"/>
          </p:nvPr>
        </p:nvSpPr>
        <p:spPr/>
        <p:txBody>
          <a:bodyPr/>
          <a:lstStyle>
            <a:lvl1pPr>
              <a:defRPr>
                <a:solidFill>
                  <a:srgbClr val="5C5C5C"/>
                </a:solidFill>
              </a:defRPr>
            </a:lvl1pPr>
          </a:lstStyle>
          <a:p>
            <a:fld id="{409756D6-C949-48E5-BF9D-2E241BF85B52}" type="slidenum">
              <a:rPr lang="en-GB" smtClean="0"/>
              <a:pPr/>
              <a:t>‹#›</a:t>
            </a:fld>
            <a:endParaRPr lang="en-GB" dirty="0"/>
          </a:p>
        </p:txBody>
      </p:sp>
      <p:sp>
        <p:nvSpPr>
          <p:cNvPr id="5" name="Text Placeholder 2">
            <a:extLst>
              <a:ext uri="{FF2B5EF4-FFF2-40B4-BE49-F238E27FC236}">
                <a16:creationId xmlns:a16="http://schemas.microsoft.com/office/drawing/2014/main" id="{31FD31A4-3059-17D1-1473-D19B5C95AAEA}"/>
              </a:ext>
            </a:extLst>
          </p:cNvPr>
          <p:cNvSpPr>
            <a:spLocks noGrp="1"/>
          </p:cNvSpPr>
          <p:nvPr>
            <p:ph idx="1"/>
          </p:nvPr>
        </p:nvSpPr>
        <p:spPr>
          <a:xfrm>
            <a:off x="336000" y="1560513"/>
            <a:ext cx="11520000" cy="4824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2">
            <a:extLst>
              <a:ext uri="{FF2B5EF4-FFF2-40B4-BE49-F238E27FC236}">
                <a16:creationId xmlns:a16="http://schemas.microsoft.com/office/drawing/2014/main" id="{52684B36-A142-BAA3-6A0E-C541AA63871D}"/>
              </a:ext>
            </a:extLst>
          </p:cNvPr>
          <p:cNvSpPr>
            <a:spLocks noGrp="1"/>
          </p:cNvSpPr>
          <p:nvPr>
            <p:ph type="body" idx="12"/>
          </p:nvPr>
        </p:nvSpPr>
        <p:spPr>
          <a:xfrm>
            <a:off x="336000" y="1187125"/>
            <a:ext cx="11520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
        <p:nvSpPr>
          <p:cNvPr id="8" name="Text Placeholder 5">
            <a:extLst>
              <a:ext uri="{FF2B5EF4-FFF2-40B4-BE49-F238E27FC236}">
                <a16:creationId xmlns:a16="http://schemas.microsoft.com/office/drawing/2014/main" id="{A3898485-72D5-6003-CB1C-9DEC88E27D68}"/>
              </a:ext>
            </a:extLst>
          </p:cNvPr>
          <p:cNvSpPr>
            <a:spLocks noGrp="1"/>
          </p:cNvSpPr>
          <p:nvPr>
            <p:ph type="body" sz="quarter" idx="13"/>
          </p:nvPr>
        </p:nvSpPr>
        <p:spPr>
          <a:xfrm>
            <a:off x="625474" y="876300"/>
            <a:ext cx="11232000" cy="252000"/>
          </a:xfrm>
        </p:spPr>
        <p:txBody>
          <a:bodyPr lIns="0" bIns="0" anchor="b" anchorCtr="0">
            <a:normAutofit/>
          </a:bodyPr>
          <a:lstStyle>
            <a:lvl1pPr>
              <a:buNone/>
              <a:defRPr/>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948685668"/>
      </p:ext>
    </p:extLst>
  </p:cSld>
  <p:clrMapOvr>
    <a:masterClrMapping/>
  </p:clrMapOvr>
  <p:extLst>
    <p:ext uri="{DCECCB84-F9BA-43D5-87BE-67443E8EF086}">
      <p15:sldGuideLst xmlns:p15="http://schemas.microsoft.com/office/powerpoint/2012/main">
        <p15:guide id="1" orient="horz" pos="93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C_Subtitle_Two_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19D7-473B-C09E-5D8F-0988EAAB1003}"/>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C9FE49A1-2226-36D1-2EEA-607EEA8C6331}"/>
              </a:ext>
            </a:extLst>
          </p:cNvPr>
          <p:cNvSpPr>
            <a:spLocks noGrp="1"/>
          </p:cNvSpPr>
          <p:nvPr>
            <p:ph type="ftr" sz="quarter" idx="10"/>
          </p:nvPr>
        </p:nvSpPr>
        <p:spPr/>
        <p:txBody>
          <a:bodyPr/>
          <a:lstStyle>
            <a:lvl1pPr>
              <a:defRPr>
                <a:solidFill>
                  <a:srgbClr val="5C5C5C"/>
                </a:solidFill>
              </a:defRPr>
            </a:lvl1pPr>
          </a:lstStyle>
          <a:p>
            <a:r>
              <a:rPr lang="en-GB"/>
              <a:t>Note/Source:</a:t>
            </a:r>
            <a:endParaRPr lang="en-GB" dirty="0"/>
          </a:p>
        </p:txBody>
      </p:sp>
      <p:sp>
        <p:nvSpPr>
          <p:cNvPr id="4" name="Slide Number Placeholder 3">
            <a:extLst>
              <a:ext uri="{FF2B5EF4-FFF2-40B4-BE49-F238E27FC236}">
                <a16:creationId xmlns:a16="http://schemas.microsoft.com/office/drawing/2014/main" id="{249296A9-5D7F-1AB4-D226-133CC004153E}"/>
              </a:ext>
            </a:extLst>
          </p:cNvPr>
          <p:cNvSpPr>
            <a:spLocks noGrp="1"/>
          </p:cNvSpPr>
          <p:nvPr>
            <p:ph type="sldNum" sz="quarter" idx="11"/>
          </p:nvPr>
        </p:nvSpPr>
        <p:spPr/>
        <p:txBody>
          <a:bodyPr/>
          <a:lstStyle>
            <a:lvl1pPr>
              <a:defRPr>
                <a:solidFill>
                  <a:srgbClr val="5C5C5C"/>
                </a:solidFill>
              </a:defRPr>
            </a:lvl1pPr>
          </a:lstStyle>
          <a:p>
            <a:fld id="{409756D6-C949-48E5-BF9D-2E241BF85B52}" type="slidenum">
              <a:rPr lang="en-GB" smtClean="0"/>
              <a:pPr/>
              <a:t>‹#›</a:t>
            </a:fld>
            <a:endParaRPr lang="en-GB" dirty="0"/>
          </a:p>
        </p:txBody>
      </p:sp>
      <p:sp>
        <p:nvSpPr>
          <p:cNvPr id="6" name="Text Placeholder 2">
            <a:extLst>
              <a:ext uri="{FF2B5EF4-FFF2-40B4-BE49-F238E27FC236}">
                <a16:creationId xmlns:a16="http://schemas.microsoft.com/office/drawing/2014/main" id="{52684B36-A142-BAA3-6A0E-C541AA63871D}"/>
              </a:ext>
            </a:extLst>
          </p:cNvPr>
          <p:cNvSpPr>
            <a:spLocks noGrp="1"/>
          </p:cNvSpPr>
          <p:nvPr>
            <p:ph type="body" idx="12"/>
          </p:nvPr>
        </p:nvSpPr>
        <p:spPr>
          <a:xfrm>
            <a:off x="336000" y="1187125"/>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
        <p:nvSpPr>
          <p:cNvPr id="8" name="Text Placeholder 2">
            <a:extLst>
              <a:ext uri="{FF2B5EF4-FFF2-40B4-BE49-F238E27FC236}">
                <a16:creationId xmlns:a16="http://schemas.microsoft.com/office/drawing/2014/main" id="{8532AE5A-819D-3163-BBF7-115527D697F2}"/>
              </a:ext>
            </a:extLst>
          </p:cNvPr>
          <p:cNvSpPr>
            <a:spLocks noGrp="1"/>
          </p:cNvSpPr>
          <p:nvPr>
            <p:ph type="body" idx="14"/>
          </p:nvPr>
        </p:nvSpPr>
        <p:spPr>
          <a:xfrm>
            <a:off x="6166962" y="1187125"/>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
        <p:nvSpPr>
          <p:cNvPr id="10" name="Text Placeholder 5">
            <a:extLst>
              <a:ext uri="{FF2B5EF4-FFF2-40B4-BE49-F238E27FC236}">
                <a16:creationId xmlns:a16="http://schemas.microsoft.com/office/drawing/2014/main" id="{C12F3771-0C42-6AED-43E7-A9AE1F810064}"/>
              </a:ext>
            </a:extLst>
          </p:cNvPr>
          <p:cNvSpPr>
            <a:spLocks noGrp="1"/>
          </p:cNvSpPr>
          <p:nvPr>
            <p:ph type="body" sz="quarter" idx="15"/>
          </p:nvPr>
        </p:nvSpPr>
        <p:spPr>
          <a:xfrm>
            <a:off x="625474" y="876300"/>
            <a:ext cx="11232000" cy="252000"/>
          </a:xfrm>
        </p:spPr>
        <p:txBody>
          <a:bodyPr lIns="0" bIns="0" anchor="b" anchorCtr="0">
            <a:normAutofit/>
          </a:bodyPr>
          <a:lstStyle>
            <a:lvl1pPr>
              <a:buNone/>
              <a:defRPr/>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413312019"/>
      </p:ext>
    </p:extLst>
  </p:cSld>
  <p:clrMapOvr>
    <a:masterClrMapping/>
  </p:clrMapOvr>
  <p:extLst>
    <p:ext uri="{DCECCB84-F9BA-43D5-87BE-67443E8EF086}">
      <p15:sldGuideLst xmlns:p15="http://schemas.microsoft.com/office/powerpoint/2012/main">
        <p15:guide id="1" orient="horz" pos="93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C_Subtitle_Two_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19D7-473B-C09E-5D8F-0988EAAB1003}"/>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C9FE49A1-2226-36D1-2EEA-607EEA8C6331}"/>
              </a:ext>
            </a:extLst>
          </p:cNvPr>
          <p:cNvSpPr>
            <a:spLocks noGrp="1"/>
          </p:cNvSpPr>
          <p:nvPr>
            <p:ph type="ftr" sz="quarter" idx="10"/>
          </p:nvPr>
        </p:nvSpPr>
        <p:spPr/>
        <p:txBody>
          <a:bodyPr/>
          <a:lstStyle>
            <a:lvl1pPr>
              <a:defRPr>
                <a:solidFill>
                  <a:srgbClr val="5C5C5C"/>
                </a:solidFill>
              </a:defRPr>
            </a:lvl1pPr>
          </a:lstStyle>
          <a:p>
            <a:r>
              <a:rPr lang="en-GB"/>
              <a:t>Note/Source:</a:t>
            </a:r>
            <a:endParaRPr lang="en-GB" dirty="0"/>
          </a:p>
        </p:txBody>
      </p:sp>
      <p:sp>
        <p:nvSpPr>
          <p:cNvPr id="4" name="Slide Number Placeholder 3">
            <a:extLst>
              <a:ext uri="{FF2B5EF4-FFF2-40B4-BE49-F238E27FC236}">
                <a16:creationId xmlns:a16="http://schemas.microsoft.com/office/drawing/2014/main" id="{249296A9-5D7F-1AB4-D226-133CC004153E}"/>
              </a:ext>
            </a:extLst>
          </p:cNvPr>
          <p:cNvSpPr>
            <a:spLocks noGrp="1"/>
          </p:cNvSpPr>
          <p:nvPr>
            <p:ph type="sldNum" sz="quarter" idx="11"/>
          </p:nvPr>
        </p:nvSpPr>
        <p:spPr/>
        <p:txBody>
          <a:bodyPr/>
          <a:lstStyle>
            <a:lvl1pPr>
              <a:defRPr>
                <a:solidFill>
                  <a:srgbClr val="5C5C5C"/>
                </a:solidFill>
              </a:defRPr>
            </a:lvl1pPr>
          </a:lstStyle>
          <a:p>
            <a:fld id="{409756D6-C949-48E5-BF9D-2E241BF85B52}" type="slidenum">
              <a:rPr lang="en-GB" smtClean="0"/>
              <a:pPr/>
              <a:t>‹#›</a:t>
            </a:fld>
            <a:endParaRPr lang="en-GB" dirty="0"/>
          </a:p>
        </p:txBody>
      </p:sp>
      <p:sp>
        <p:nvSpPr>
          <p:cNvPr id="5" name="Text Placeholder 2">
            <a:extLst>
              <a:ext uri="{FF2B5EF4-FFF2-40B4-BE49-F238E27FC236}">
                <a16:creationId xmlns:a16="http://schemas.microsoft.com/office/drawing/2014/main" id="{31FD31A4-3059-17D1-1473-D19B5C95AAEA}"/>
              </a:ext>
            </a:extLst>
          </p:cNvPr>
          <p:cNvSpPr>
            <a:spLocks noGrp="1"/>
          </p:cNvSpPr>
          <p:nvPr>
            <p:ph idx="1"/>
          </p:nvPr>
        </p:nvSpPr>
        <p:spPr>
          <a:xfrm>
            <a:off x="336000" y="1560513"/>
            <a:ext cx="5688000" cy="4824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2">
            <a:extLst>
              <a:ext uri="{FF2B5EF4-FFF2-40B4-BE49-F238E27FC236}">
                <a16:creationId xmlns:a16="http://schemas.microsoft.com/office/drawing/2014/main" id="{52684B36-A142-BAA3-6A0E-C541AA63871D}"/>
              </a:ext>
            </a:extLst>
          </p:cNvPr>
          <p:cNvSpPr>
            <a:spLocks noGrp="1"/>
          </p:cNvSpPr>
          <p:nvPr>
            <p:ph type="body" idx="12"/>
          </p:nvPr>
        </p:nvSpPr>
        <p:spPr>
          <a:xfrm>
            <a:off x="336000" y="1187125"/>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
        <p:nvSpPr>
          <p:cNvPr id="7" name="Text Placeholder 2">
            <a:extLst>
              <a:ext uri="{FF2B5EF4-FFF2-40B4-BE49-F238E27FC236}">
                <a16:creationId xmlns:a16="http://schemas.microsoft.com/office/drawing/2014/main" id="{E27BACBF-C4B6-B7A6-E8FE-CF45C2FFF665}"/>
              </a:ext>
            </a:extLst>
          </p:cNvPr>
          <p:cNvSpPr>
            <a:spLocks noGrp="1"/>
          </p:cNvSpPr>
          <p:nvPr>
            <p:ph idx="13"/>
          </p:nvPr>
        </p:nvSpPr>
        <p:spPr>
          <a:xfrm>
            <a:off x="6166962" y="1560513"/>
            <a:ext cx="5688000" cy="4824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2">
            <a:extLst>
              <a:ext uri="{FF2B5EF4-FFF2-40B4-BE49-F238E27FC236}">
                <a16:creationId xmlns:a16="http://schemas.microsoft.com/office/drawing/2014/main" id="{8532AE5A-819D-3163-BBF7-115527D697F2}"/>
              </a:ext>
            </a:extLst>
          </p:cNvPr>
          <p:cNvSpPr>
            <a:spLocks noGrp="1"/>
          </p:cNvSpPr>
          <p:nvPr>
            <p:ph type="body" idx="14"/>
          </p:nvPr>
        </p:nvSpPr>
        <p:spPr>
          <a:xfrm>
            <a:off x="6166962" y="1187125"/>
            <a:ext cx="5688000" cy="288000"/>
          </a:xfrm>
          <a:ln w="12700">
            <a:gradFill flip="none" rotWithShape="1">
              <a:gsLst>
                <a:gs pos="95000">
                  <a:schemeClr val="accent1">
                    <a:alpha val="0"/>
                    <a:lumMod val="100000"/>
                  </a:schemeClr>
                </a:gs>
                <a:gs pos="95000">
                  <a:srgbClr val="002060"/>
                </a:gs>
              </a:gsLst>
              <a:lin ang="5400000" scaled="1"/>
              <a:tileRect/>
            </a:gradFill>
          </a:ln>
        </p:spPr>
        <p:txBody>
          <a:bodyPr lIns="0" tIns="0" rIns="0" bIns="0" anchor="b">
            <a:noAutofit/>
          </a:bodyPr>
          <a:lstStyle>
            <a:lvl1pPr marL="0" indent="0">
              <a:buNone/>
              <a:defRPr sz="1200" b="1"/>
            </a:lvl1pPr>
            <a:lvl2pPr marL="457200" indent="0">
              <a:buNone/>
              <a:defRPr sz="1200" b="1"/>
            </a:lvl2pPr>
            <a:lvl3pPr marL="914400" indent="0">
              <a:buNone/>
              <a:defRPr sz="1200" b="1"/>
            </a:lvl3pPr>
            <a:lvl4pPr marL="1371600" indent="0">
              <a:buNone/>
              <a:defRPr sz="1200" b="1"/>
            </a:lvl4pPr>
            <a:lvl5pPr marL="1828800" indent="0">
              <a:buNone/>
              <a:defRPr sz="1200" b="1"/>
            </a:lvl5pPr>
            <a:lvl6pPr marL="2286000" indent="0">
              <a:buNone/>
              <a:defRPr sz="1200" b="1"/>
            </a:lvl6pPr>
            <a:lvl7pPr marL="2743200" indent="0">
              <a:buNone/>
              <a:defRPr sz="1200" b="1"/>
            </a:lvl7pPr>
            <a:lvl8pPr marL="3200400" indent="0">
              <a:buNone/>
              <a:defRPr sz="1200" b="1"/>
            </a:lvl8pPr>
            <a:lvl9pPr marL="3657600" indent="0">
              <a:buNone/>
              <a:defRPr sz="1200" b="1"/>
            </a:lvl9pPr>
          </a:lstStyle>
          <a:p>
            <a:pPr lvl="0"/>
            <a:r>
              <a:rPr lang="en-US" dirty="0"/>
              <a:t>Click to edit Master text styles</a:t>
            </a:r>
          </a:p>
        </p:txBody>
      </p:sp>
      <p:sp>
        <p:nvSpPr>
          <p:cNvPr id="10" name="Text Placeholder 5">
            <a:extLst>
              <a:ext uri="{FF2B5EF4-FFF2-40B4-BE49-F238E27FC236}">
                <a16:creationId xmlns:a16="http://schemas.microsoft.com/office/drawing/2014/main" id="{C12F3771-0C42-6AED-43E7-A9AE1F810064}"/>
              </a:ext>
            </a:extLst>
          </p:cNvPr>
          <p:cNvSpPr>
            <a:spLocks noGrp="1"/>
          </p:cNvSpPr>
          <p:nvPr>
            <p:ph type="body" sz="quarter" idx="15"/>
          </p:nvPr>
        </p:nvSpPr>
        <p:spPr>
          <a:xfrm>
            <a:off x="625474" y="876300"/>
            <a:ext cx="11232000" cy="252000"/>
          </a:xfrm>
        </p:spPr>
        <p:txBody>
          <a:bodyPr lIns="0" bIns="0" anchor="b" anchorCtr="0">
            <a:normAutofit/>
          </a:bodyPr>
          <a:lstStyle>
            <a:lvl1pPr>
              <a:buNone/>
              <a:defRPr/>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530779127"/>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5155F360-AEDD-DE10-2540-37683FE266CF}"/>
              </a:ext>
            </a:extLst>
          </p:cNvPr>
          <p:cNvSpPr>
            <a:spLocks noGrp="1"/>
          </p:cNvSpPr>
          <p:nvPr>
            <p:ph type="title"/>
          </p:nvPr>
        </p:nvSpPr>
        <p:spPr>
          <a:xfrm>
            <a:off x="334962" y="207390"/>
            <a:ext cx="11520000" cy="629223"/>
          </a:xfrm>
          <a:prstGeom prst="rect">
            <a:avLst/>
          </a:prstGeom>
        </p:spPr>
        <p:txBody>
          <a:bodyPr vert="horz" lIns="0" tIns="0" rIns="0" bIns="0" rtlCol="0" anchor="b">
            <a:normAutofit/>
          </a:bodyPr>
          <a:lstStyle/>
          <a:p>
            <a:r>
              <a:rPr lang="en-US" dirty="0"/>
              <a:t>Click to edit Master title style</a:t>
            </a:r>
            <a:endParaRPr lang="en-GB" dirty="0"/>
          </a:p>
        </p:txBody>
      </p:sp>
      <p:sp>
        <p:nvSpPr>
          <p:cNvPr id="7" name="Text Placeholder 2">
            <a:extLst>
              <a:ext uri="{FF2B5EF4-FFF2-40B4-BE49-F238E27FC236}">
                <a16:creationId xmlns:a16="http://schemas.microsoft.com/office/drawing/2014/main" id="{803E0468-F8B5-5533-912E-006190132B4D}"/>
              </a:ext>
            </a:extLst>
          </p:cNvPr>
          <p:cNvSpPr>
            <a:spLocks noGrp="1"/>
          </p:cNvSpPr>
          <p:nvPr>
            <p:ph type="body" idx="1"/>
          </p:nvPr>
        </p:nvSpPr>
        <p:spPr>
          <a:xfrm>
            <a:off x="336000" y="981076"/>
            <a:ext cx="11520000" cy="540067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C657D10E-438E-22CA-B650-07B6DDBD7FCD}"/>
              </a:ext>
            </a:extLst>
          </p:cNvPr>
          <p:cNvSpPr>
            <a:spLocks noGrp="1"/>
          </p:cNvSpPr>
          <p:nvPr>
            <p:ph type="ftr" sz="quarter" idx="3"/>
          </p:nvPr>
        </p:nvSpPr>
        <p:spPr>
          <a:xfrm>
            <a:off x="336000" y="6530082"/>
            <a:ext cx="10008000" cy="144000"/>
          </a:xfrm>
          <a:prstGeom prst="rect">
            <a:avLst/>
          </a:prstGeom>
        </p:spPr>
        <p:txBody>
          <a:bodyPr vert="horz" lIns="0" tIns="0" rIns="0" bIns="0" rtlCol="0" anchor="b" anchorCtr="0"/>
          <a:lstStyle>
            <a:lvl1pPr algn="l">
              <a:defRPr sz="1000" b="0">
                <a:solidFill>
                  <a:srgbClr val="5C5C5C"/>
                </a:solidFill>
              </a:defRPr>
            </a:lvl1pPr>
          </a:lstStyle>
          <a:p>
            <a:r>
              <a:rPr lang="en-GB"/>
              <a:t>Note/Source:</a:t>
            </a:r>
            <a:endParaRPr lang="en-GB" dirty="0"/>
          </a:p>
        </p:txBody>
      </p:sp>
      <p:sp>
        <p:nvSpPr>
          <p:cNvPr id="9" name="Slide Number Placeholder 5">
            <a:extLst>
              <a:ext uri="{FF2B5EF4-FFF2-40B4-BE49-F238E27FC236}">
                <a16:creationId xmlns:a16="http://schemas.microsoft.com/office/drawing/2014/main" id="{5C3A0A56-4872-BFC1-2D93-65F89D28F527}"/>
              </a:ext>
            </a:extLst>
          </p:cNvPr>
          <p:cNvSpPr>
            <a:spLocks noGrp="1"/>
          </p:cNvSpPr>
          <p:nvPr>
            <p:ph type="sldNum" sz="quarter" idx="4"/>
          </p:nvPr>
        </p:nvSpPr>
        <p:spPr>
          <a:xfrm>
            <a:off x="10416000" y="6530082"/>
            <a:ext cx="1440000" cy="144000"/>
          </a:xfrm>
          <a:prstGeom prst="rect">
            <a:avLst/>
          </a:prstGeom>
        </p:spPr>
        <p:txBody>
          <a:bodyPr vert="horz" lIns="0" tIns="0" rIns="0" bIns="0" rtlCol="0" anchor="b"/>
          <a:lstStyle>
            <a:lvl1pPr algn="r">
              <a:defRPr sz="1000">
                <a:solidFill>
                  <a:srgbClr val="5C5C5C"/>
                </a:solidFill>
              </a:defRPr>
            </a:lvl1pPr>
          </a:lstStyle>
          <a:p>
            <a:fld id="{409756D6-C949-48E5-BF9D-2E241BF85B52}" type="slidenum">
              <a:rPr lang="en-GB" smtClean="0"/>
              <a:pPr/>
              <a:t>‹#›</a:t>
            </a:fld>
            <a:endParaRPr lang="en-GB" dirty="0"/>
          </a:p>
        </p:txBody>
      </p:sp>
    </p:spTree>
    <p:extLst>
      <p:ext uri="{BB962C8B-B14F-4D97-AF65-F5344CB8AC3E}">
        <p14:creationId xmlns:p14="http://schemas.microsoft.com/office/powerpoint/2010/main" val="2185487793"/>
      </p:ext>
    </p:extLst>
  </p:cSld>
  <p:clrMap bg1="lt1" tx1="dk1" bg2="lt2" tx2="dk2" accent1="accent1" accent2="accent2" accent3="accent3" accent4="accent4" accent5="accent5" accent6="accent6" hlink="hlink" folHlink="folHlink"/>
  <p:sldLayoutIdLst>
    <p:sldLayoutId id="2147483677" r:id="rId1"/>
    <p:sldLayoutId id="2147483679" r:id="rId2"/>
    <p:sldLayoutId id="2147483680" r:id="rId3"/>
    <p:sldLayoutId id="2147483681" r:id="rId4"/>
    <p:sldLayoutId id="2147483687" r:id="rId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80975" indent="-180975" algn="l" defTabSz="914400" rtl="0" eaLnBrk="1" latinLnBrk="0" hangingPunct="1">
        <a:lnSpc>
          <a:spcPct val="115000"/>
        </a:lnSpc>
        <a:spcBef>
          <a:spcPts val="600"/>
        </a:spcBef>
        <a:spcAft>
          <a:spcPts val="0"/>
        </a:spcAft>
        <a:buClrTx/>
        <a:buSzPct val="100000"/>
        <a:buFont typeface="Wingdings" panose="05000000000000000000" pitchFamily="2" charset="2"/>
        <a:buChar char="§"/>
        <a:defRPr sz="1200" kern="1200">
          <a:solidFill>
            <a:schemeClr val="tx1"/>
          </a:solidFill>
          <a:latin typeface="+mn-lt"/>
          <a:ea typeface="+mn-ea"/>
          <a:cs typeface="+mn-cs"/>
        </a:defRPr>
      </a:lvl1pPr>
      <a:lvl2pPr marL="358775" indent="-177800" algn="l" defTabSz="914400" rtl="0" eaLnBrk="1" latinLnBrk="0" hangingPunct="1">
        <a:lnSpc>
          <a:spcPct val="115000"/>
        </a:lnSpc>
        <a:spcBef>
          <a:spcPts val="300"/>
        </a:spcBef>
        <a:spcAft>
          <a:spcPts val="0"/>
        </a:spcAft>
        <a:buFont typeface="Times New Roman" panose="02020603050405020304" pitchFamily="18" charset="0"/>
        <a:buChar char="‐"/>
        <a:tabLst/>
        <a:defRPr sz="1200" kern="1200">
          <a:solidFill>
            <a:schemeClr val="tx1"/>
          </a:solidFill>
          <a:latin typeface="+mn-lt"/>
          <a:ea typeface="+mn-ea"/>
          <a:cs typeface="+mn-cs"/>
        </a:defRPr>
      </a:lvl2pPr>
      <a:lvl3pPr marL="539750" indent="-180975" algn="l" defTabSz="914400" rtl="0" eaLnBrk="1" latinLnBrk="0" hangingPunct="1">
        <a:lnSpc>
          <a:spcPct val="115000"/>
        </a:lnSpc>
        <a:spcBef>
          <a:spcPts val="300"/>
        </a:spcBef>
        <a:spcAft>
          <a:spcPts val="0"/>
        </a:spcAft>
        <a:buFont typeface="Wingdings" panose="05000000000000000000" pitchFamily="2" charset="2"/>
        <a:buChar char="§"/>
        <a:defRPr sz="1200" kern="1200">
          <a:solidFill>
            <a:schemeClr val="tx1"/>
          </a:solidFill>
          <a:latin typeface="+mn-lt"/>
          <a:ea typeface="+mn-ea"/>
          <a:cs typeface="+mn-cs"/>
        </a:defRPr>
      </a:lvl3pPr>
      <a:lvl4pPr marL="717550" indent="-177800" algn="l" defTabSz="914400" rtl="0" eaLnBrk="1" latinLnBrk="0" hangingPunct="1">
        <a:lnSpc>
          <a:spcPct val="115000"/>
        </a:lnSpc>
        <a:spcBef>
          <a:spcPts val="300"/>
        </a:spcBef>
        <a:spcAft>
          <a:spcPts val="0"/>
        </a:spcAft>
        <a:buFont typeface="Times New Roman" panose="02020603050405020304" pitchFamily="18" charset="0"/>
        <a:buChar char="‐"/>
        <a:defRPr sz="1200" kern="1200">
          <a:solidFill>
            <a:schemeClr val="tx1"/>
          </a:solidFill>
          <a:latin typeface="+mn-lt"/>
          <a:ea typeface="+mn-ea"/>
          <a:cs typeface="+mn-cs"/>
        </a:defRPr>
      </a:lvl4pPr>
      <a:lvl5pPr marL="898525" indent="-180975"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7pPr>
      <a:lvl8pPr marL="3429000" indent="-228600"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8pPr>
      <a:lvl9pPr marL="3886200" indent="-228600"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11" userDrawn="1">
          <p15:clr>
            <a:srgbClr val="F26B43"/>
          </p15:clr>
        </p15:guide>
        <p15:guide id="4" pos="7469" userDrawn="1">
          <p15:clr>
            <a:srgbClr val="F26B43"/>
          </p15:clr>
        </p15:guide>
        <p15:guide id="5" orient="horz" pos="527" userDrawn="1">
          <p15:clr>
            <a:srgbClr val="F26B43"/>
          </p15:clr>
        </p15:guide>
        <p15:guide id="8" orient="horz" pos="4201" userDrawn="1">
          <p15:clr>
            <a:srgbClr val="F26B43"/>
          </p15:clr>
        </p15:guide>
        <p15:guide id="10" orient="horz" pos="4020" userDrawn="1">
          <p15:clr>
            <a:srgbClr val="F26B43"/>
          </p15:clr>
        </p15:guide>
        <p15:guide id="11" orient="horz" pos="618" userDrawn="1">
          <p15:clr>
            <a:srgbClr val="F26B43"/>
          </p15:clr>
        </p15:guide>
        <p15:guide id="12" orient="horz" pos="41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66B3864A-8832-E4AF-1C71-FB1DC76EF005}"/>
              </a:ext>
            </a:extLst>
          </p:cNvPr>
          <p:cNvSpPr>
            <a:spLocks noGrp="1"/>
          </p:cNvSpPr>
          <p:nvPr>
            <p:ph type="title"/>
          </p:nvPr>
        </p:nvSpPr>
        <p:spPr>
          <a:xfrm>
            <a:off x="334962" y="207390"/>
            <a:ext cx="11520000" cy="629223"/>
          </a:xfrm>
          <a:prstGeom prst="rect">
            <a:avLst/>
          </a:prstGeom>
        </p:spPr>
        <p:txBody>
          <a:bodyPr vert="horz" lIns="0" tIns="0" rIns="0" bIns="0" rtlCol="0" anchor="b">
            <a:normAutofit/>
          </a:bodyPr>
          <a:lstStyle/>
          <a:p>
            <a:r>
              <a:rPr lang="en-US" dirty="0"/>
              <a:t>Click to edit Master title style</a:t>
            </a:r>
            <a:endParaRPr lang="en-GB" dirty="0"/>
          </a:p>
        </p:txBody>
      </p:sp>
      <p:sp>
        <p:nvSpPr>
          <p:cNvPr id="10" name="Text Placeholder 2">
            <a:extLst>
              <a:ext uri="{FF2B5EF4-FFF2-40B4-BE49-F238E27FC236}">
                <a16:creationId xmlns:a16="http://schemas.microsoft.com/office/drawing/2014/main" id="{F7FCAEC0-7CBD-8D9B-D69B-C83474BB6534}"/>
              </a:ext>
            </a:extLst>
          </p:cNvPr>
          <p:cNvSpPr>
            <a:spLocks noGrp="1"/>
          </p:cNvSpPr>
          <p:nvPr>
            <p:ph type="body" idx="1"/>
          </p:nvPr>
        </p:nvSpPr>
        <p:spPr>
          <a:xfrm>
            <a:off x="336000" y="1268412"/>
            <a:ext cx="11520000" cy="5113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Footer Placeholder 4">
            <a:extLst>
              <a:ext uri="{FF2B5EF4-FFF2-40B4-BE49-F238E27FC236}">
                <a16:creationId xmlns:a16="http://schemas.microsoft.com/office/drawing/2014/main" id="{3942FF21-1CCB-FED1-A707-C6082155C563}"/>
              </a:ext>
            </a:extLst>
          </p:cNvPr>
          <p:cNvSpPr>
            <a:spLocks noGrp="1"/>
          </p:cNvSpPr>
          <p:nvPr>
            <p:ph type="ftr" sz="quarter" idx="3"/>
          </p:nvPr>
        </p:nvSpPr>
        <p:spPr>
          <a:xfrm>
            <a:off x="336000" y="6530082"/>
            <a:ext cx="10008000" cy="144000"/>
          </a:xfrm>
          <a:prstGeom prst="rect">
            <a:avLst/>
          </a:prstGeom>
        </p:spPr>
        <p:txBody>
          <a:bodyPr vert="horz" lIns="0" tIns="0" rIns="0" bIns="0" rtlCol="0" anchor="b" anchorCtr="0"/>
          <a:lstStyle>
            <a:lvl1pPr algn="l">
              <a:defRPr sz="1000" b="0">
                <a:solidFill>
                  <a:srgbClr val="5C5C5C"/>
                </a:solidFill>
              </a:defRPr>
            </a:lvl1pPr>
          </a:lstStyle>
          <a:p>
            <a:r>
              <a:rPr lang="en-GB"/>
              <a:t>Note/Source:</a:t>
            </a:r>
            <a:endParaRPr lang="en-GB" dirty="0"/>
          </a:p>
        </p:txBody>
      </p:sp>
      <p:sp>
        <p:nvSpPr>
          <p:cNvPr id="12" name="Slide Number Placeholder 5">
            <a:extLst>
              <a:ext uri="{FF2B5EF4-FFF2-40B4-BE49-F238E27FC236}">
                <a16:creationId xmlns:a16="http://schemas.microsoft.com/office/drawing/2014/main" id="{D302B816-39CE-0F72-CED1-642F15D77053}"/>
              </a:ext>
            </a:extLst>
          </p:cNvPr>
          <p:cNvSpPr>
            <a:spLocks noGrp="1"/>
          </p:cNvSpPr>
          <p:nvPr>
            <p:ph type="sldNum" sz="quarter" idx="4"/>
          </p:nvPr>
        </p:nvSpPr>
        <p:spPr>
          <a:xfrm>
            <a:off x="10416000" y="6530082"/>
            <a:ext cx="1440000" cy="144000"/>
          </a:xfrm>
          <a:prstGeom prst="rect">
            <a:avLst/>
          </a:prstGeom>
        </p:spPr>
        <p:txBody>
          <a:bodyPr vert="horz" lIns="0" tIns="0" rIns="0" bIns="0" rtlCol="0" anchor="b"/>
          <a:lstStyle>
            <a:lvl1pPr algn="r">
              <a:defRPr sz="1000">
                <a:solidFill>
                  <a:srgbClr val="5C5C5C"/>
                </a:solidFill>
              </a:defRPr>
            </a:lvl1pPr>
          </a:lstStyle>
          <a:p>
            <a:fld id="{409756D6-C949-48E5-BF9D-2E241BF85B52}" type="slidenum">
              <a:rPr lang="en-GB" smtClean="0"/>
              <a:pPr/>
              <a:t>‹#›</a:t>
            </a:fld>
            <a:endParaRPr lang="en-GB" dirty="0"/>
          </a:p>
        </p:txBody>
      </p:sp>
      <p:sp>
        <p:nvSpPr>
          <p:cNvPr id="14" name="Rectangle 13">
            <a:extLst>
              <a:ext uri="{FF2B5EF4-FFF2-40B4-BE49-F238E27FC236}">
                <a16:creationId xmlns:a16="http://schemas.microsoft.com/office/drawing/2014/main" id="{A770E9B5-AB2E-4361-AC07-72DDBAE4E3F1}"/>
              </a:ext>
            </a:extLst>
          </p:cNvPr>
          <p:cNvSpPr/>
          <p:nvPr userDrawn="1"/>
        </p:nvSpPr>
        <p:spPr>
          <a:xfrm>
            <a:off x="334962" y="836613"/>
            <a:ext cx="216000" cy="28892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2" name="Straight Connector 1">
            <a:extLst>
              <a:ext uri="{FF2B5EF4-FFF2-40B4-BE49-F238E27FC236}">
                <a16:creationId xmlns:a16="http://schemas.microsoft.com/office/drawing/2014/main" id="{379102E6-7AD5-5B45-03A0-F5150A5A8412}"/>
              </a:ext>
            </a:extLst>
          </p:cNvPr>
          <p:cNvCxnSpPr>
            <a:cxnSpLocks/>
          </p:cNvCxnSpPr>
          <p:nvPr userDrawn="1"/>
        </p:nvCxnSpPr>
        <p:spPr>
          <a:xfrm>
            <a:off x="336000" y="842735"/>
            <a:ext cx="11520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206231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89" r:id="rId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80975" indent="-180975" algn="l" defTabSz="914400" rtl="0" eaLnBrk="1" latinLnBrk="0" hangingPunct="1">
        <a:lnSpc>
          <a:spcPct val="115000"/>
        </a:lnSpc>
        <a:spcBef>
          <a:spcPts val="600"/>
        </a:spcBef>
        <a:spcAft>
          <a:spcPts val="0"/>
        </a:spcAft>
        <a:buClrTx/>
        <a:buSzPct val="100000"/>
        <a:buFont typeface="Wingdings" panose="05000000000000000000" pitchFamily="2" charset="2"/>
        <a:buChar char="§"/>
        <a:defRPr sz="1200" kern="1200">
          <a:solidFill>
            <a:schemeClr val="tx1"/>
          </a:solidFill>
          <a:latin typeface="+mn-lt"/>
          <a:ea typeface="+mn-ea"/>
          <a:cs typeface="+mn-cs"/>
        </a:defRPr>
      </a:lvl1pPr>
      <a:lvl2pPr marL="358775" indent="-177800" algn="l" defTabSz="914400" rtl="0" eaLnBrk="1" latinLnBrk="0" hangingPunct="1">
        <a:lnSpc>
          <a:spcPct val="115000"/>
        </a:lnSpc>
        <a:spcBef>
          <a:spcPts val="300"/>
        </a:spcBef>
        <a:spcAft>
          <a:spcPts val="0"/>
        </a:spcAft>
        <a:buFont typeface="Times New Roman" panose="02020603050405020304" pitchFamily="18" charset="0"/>
        <a:buChar char="‐"/>
        <a:tabLst/>
        <a:defRPr sz="1200" kern="1200">
          <a:solidFill>
            <a:schemeClr val="tx1"/>
          </a:solidFill>
          <a:latin typeface="+mn-lt"/>
          <a:ea typeface="+mn-ea"/>
          <a:cs typeface="+mn-cs"/>
        </a:defRPr>
      </a:lvl2pPr>
      <a:lvl3pPr marL="539750" indent="-180975" algn="l" defTabSz="914400" rtl="0" eaLnBrk="1" latinLnBrk="0" hangingPunct="1">
        <a:lnSpc>
          <a:spcPct val="115000"/>
        </a:lnSpc>
        <a:spcBef>
          <a:spcPts val="300"/>
        </a:spcBef>
        <a:spcAft>
          <a:spcPts val="0"/>
        </a:spcAft>
        <a:buFont typeface="Wingdings" panose="05000000000000000000" pitchFamily="2" charset="2"/>
        <a:buChar char="§"/>
        <a:defRPr sz="1200" kern="1200">
          <a:solidFill>
            <a:schemeClr val="tx1"/>
          </a:solidFill>
          <a:latin typeface="+mn-lt"/>
          <a:ea typeface="+mn-ea"/>
          <a:cs typeface="+mn-cs"/>
        </a:defRPr>
      </a:lvl3pPr>
      <a:lvl4pPr marL="717550" indent="-177800" algn="l" defTabSz="914400" rtl="0" eaLnBrk="1" latinLnBrk="0" hangingPunct="1">
        <a:lnSpc>
          <a:spcPct val="115000"/>
        </a:lnSpc>
        <a:spcBef>
          <a:spcPts val="300"/>
        </a:spcBef>
        <a:spcAft>
          <a:spcPts val="0"/>
        </a:spcAft>
        <a:buFont typeface="Times New Roman" panose="02020603050405020304" pitchFamily="18" charset="0"/>
        <a:buChar char="‐"/>
        <a:defRPr sz="1200" kern="1200">
          <a:solidFill>
            <a:schemeClr val="tx1"/>
          </a:solidFill>
          <a:latin typeface="+mn-lt"/>
          <a:ea typeface="+mn-ea"/>
          <a:cs typeface="+mn-cs"/>
        </a:defRPr>
      </a:lvl4pPr>
      <a:lvl5pPr marL="898525" indent="-180975"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7pPr>
      <a:lvl8pPr marL="3429000" indent="-228600"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8pPr>
      <a:lvl9pPr marL="3886200" indent="-228600" algn="l" defTabSz="914400" rtl="0" eaLnBrk="1" latinLnBrk="0" hangingPunct="1">
        <a:lnSpc>
          <a:spcPct val="115000"/>
        </a:lnSpc>
        <a:spcBef>
          <a:spcPts val="300"/>
        </a:spcBef>
        <a:spcAft>
          <a:spcPts val="0"/>
        </a:spcAft>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11" userDrawn="1">
          <p15:clr>
            <a:srgbClr val="F26B43"/>
          </p15:clr>
        </p15:guide>
        <p15:guide id="4" pos="7469" userDrawn="1">
          <p15:clr>
            <a:srgbClr val="F26B43"/>
          </p15:clr>
        </p15:guide>
        <p15:guide id="5" orient="horz" pos="527" userDrawn="1">
          <p15:clr>
            <a:srgbClr val="F26B43"/>
          </p15:clr>
        </p15:guide>
        <p15:guide id="6" orient="horz" pos="709" userDrawn="1">
          <p15:clr>
            <a:srgbClr val="F26B43"/>
          </p15:clr>
        </p15:guide>
        <p15:guide id="7" orient="horz" pos="799" userDrawn="1">
          <p15:clr>
            <a:srgbClr val="F26B43"/>
          </p15:clr>
        </p15:guide>
        <p15:guide id="8" orient="horz" pos="4201" userDrawn="1">
          <p15:clr>
            <a:srgbClr val="F26B43"/>
          </p15:clr>
        </p15:guide>
        <p15:guide id="9" orient="horz" pos="4110" userDrawn="1">
          <p15:clr>
            <a:srgbClr val="F26B43"/>
          </p15:clr>
        </p15:guide>
        <p15:guide id="10" orient="horz" pos="40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15E0D-5C23-A3C2-CBBA-54BD77E66CA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D41096-F43C-11C3-22AE-FF3C9350ED95}"/>
              </a:ext>
            </a:extLst>
          </p:cNvPr>
          <p:cNvSpPr>
            <a:spLocks noGrp="1"/>
          </p:cNvSpPr>
          <p:nvPr>
            <p:ph type="sldNum" sz="quarter" idx="4"/>
          </p:nvPr>
        </p:nvSpPr>
        <p:spPr/>
        <p:txBody>
          <a:bodyPr/>
          <a:lstStyle/>
          <a:p>
            <a:fld id="{409756D6-C949-48E5-BF9D-2E241BF85B52}" type="slidenum">
              <a:rPr lang="en-GB" smtClean="0"/>
              <a:pPr/>
              <a:t>1</a:t>
            </a:fld>
            <a:endParaRPr lang="en-GB" dirty="0"/>
          </a:p>
        </p:txBody>
      </p:sp>
      <p:sp>
        <p:nvSpPr>
          <p:cNvPr id="6" name="Title 5">
            <a:extLst>
              <a:ext uri="{FF2B5EF4-FFF2-40B4-BE49-F238E27FC236}">
                <a16:creationId xmlns:a16="http://schemas.microsoft.com/office/drawing/2014/main" id="{B6C11222-9521-7D08-020E-BDA69BE413FD}"/>
              </a:ext>
            </a:extLst>
          </p:cNvPr>
          <p:cNvSpPr>
            <a:spLocks noGrp="1"/>
          </p:cNvSpPr>
          <p:nvPr>
            <p:ph type="title"/>
          </p:nvPr>
        </p:nvSpPr>
        <p:spPr/>
        <p:txBody>
          <a:bodyPr/>
          <a:lstStyle/>
          <a:p>
            <a:r>
              <a:rPr lang="en-GB" dirty="0">
                <a:latin typeface="Instrument Serif" pitchFamily="2" charset="0"/>
              </a:rPr>
              <a:t>Fonts used in new drafts for redesign of Charcot Capital website 2026</a:t>
            </a:r>
          </a:p>
        </p:txBody>
      </p:sp>
      <p:sp>
        <p:nvSpPr>
          <p:cNvPr id="19" name="TextBox 18">
            <a:extLst>
              <a:ext uri="{FF2B5EF4-FFF2-40B4-BE49-F238E27FC236}">
                <a16:creationId xmlns:a16="http://schemas.microsoft.com/office/drawing/2014/main" id="{AB13C163-A5AE-822E-DDB3-851557698F9C}"/>
              </a:ext>
            </a:extLst>
          </p:cNvPr>
          <p:cNvSpPr txBox="1"/>
          <p:nvPr/>
        </p:nvSpPr>
        <p:spPr>
          <a:xfrm>
            <a:off x="6180274" y="4809193"/>
            <a:ext cx="4524905" cy="461665"/>
          </a:xfrm>
          <a:prstGeom prst="rect">
            <a:avLst/>
          </a:prstGeom>
          <a:noFill/>
        </p:spPr>
        <p:txBody>
          <a:bodyPr wrap="square" rtlCol="0">
            <a:spAutoFit/>
          </a:bodyPr>
          <a:lstStyle/>
          <a:p>
            <a:pPr>
              <a:spcAft>
                <a:spcPts val="300"/>
              </a:spcAft>
            </a:pPr>
            <a:r>
              <a:rPr lang="en-GB" sz="2400" dirty="0">
                <a:latin typeface="Instrument Serif" pitchFamily="2" charset="0"/>
                <a:cs typeface="Arial" panose="020B0604020202020204" pitchFamily="34" charset="0"/>
              </a:rPr>
              <a:t>Built by practitioners, for clients</a:t>
            </a:r>
          </a:p>
        </p:txBody>
      </p:sp>
      <p:sp>
        <p:nvSpPr>
          <p:cNvPr id="20" name="TextBox 19">
            <a:extLst>
              <a:ext uri="{FF2B5EF4-FFF2-40B4-BE49-F238E27FC236}">
                <a16:creationId xmlns:a16="http://schemas.microsoft.com/office/drawing/2014/main" id="{B3A0AAD1-172E-5629-AB9E-50C362550509}"/>
              </a:ext>
            </a:extLst>
          </p:cNvPr>
          <p:cNvSpPr txBox="1"/>
          <p:nvPr/>
        </p:nvSpPr>
        <p:spPr>
          <a:xfrm>
            <a:off x="10772131" y="4809193"/>
            <a:ext cx="1094065" cy="377026"/>
          </a:xfrm>
          <a:prstGeom prst="rect">
            <a:avLst/>
          </a:prstGeom>
          <a:noFill/>
        </p:spPr>
        <p:txBody>
          <a:bodyPr wrap="square" rtlCol="0">
            <a:spAutoFit/>
          </a:bodyPr>
          <a:lstStyle/>
          <a:p>
            <a:pPr algn="l">
              <a:spcAft>
                <a:spcPts val="300"/>
              </a:spcAft>
              <a:buNone/>
            </a:pPr>
            <a:r>
              <a:rPr lang="en-GB" sz="800" i="1" dirty="0">
                <a:latin typeface="Inter Tight" pitchFamily="2" charset="0"/>
                <a:ea typeface="Inter Tight" pitchFamily="2" charset="0"/>
                <a:cs typeface="Inter Tight" pitchFamily="2" charset="0"/>
              </a:rPr>
              <a:t>Instrument Serif (24)</a:t>
            </a:r>
          </a:p>
          <a:p>
            <a:pPr algn="l">
              <a:spcAft>
                <a:spcPts val="300"/>
              </a:spcAft>
              <a:buNone/>
            </a:pPr>
            <a:r>
              <a:rPr lang="en-GB" sz="800" i="1" dirty="0">
                <a:latin typeface="Inter Tight" pitchFamily="2" charset="0"/>
                <a:ea typeface="Inter Tight" pitchFamily="2" charset="0"/>
                <a:cs typeface="Inter Tight" pitchFamily="2" charset="0"/>
              </a:rPr>
              <a:t>Sentence case</a:t>
            </a:r>
          </a:p>
        </p:txBody>
      </p:sp>
      <p:sp>
        <p:nvSpPr>
          <p:cNvPr id="22" name="TextBox 21">
            <a:extLst>
              <a:ext uri="{FF2B5EF4-FFF2-40B4-BE49-F238E27FC236}">
                <a16:creationId xmlns:a16="http://schemas.microsoft.com/office/drawing/2014/main" id="{397CBB6B-ED5B-8FCF-DEB7-1142110261BB}"/>
              </a:ext>
            </a:extLst>
          </p:cNvPr>
          <p:cNvSpPr txBox="1"/>
          <p:nvPr/>
        </p:nvSpPr>
        <p:spPr>
          <a:xfrm>
            <a:off x="6180274" y="5338778"/>
            <a:ext cx="4524905" cy="646331"/>
          </a:xfrm>
          <a:prstGeom prst="rect">
            <a:avLst/>
          </a:prstGeom>
          <a:noFill/>
        </p:spPr>
        <p:txBody>
          <a:bodyPr wrap="square" rtlCol="0">
            <a:spAutoFit/>
          </a:bodyPr>
          <a:lstStyle/>
          <a:p>
            <a:pPr>
              <a:spcAft>
                <a:spcPts val="300"/>
              </a:spcAft>
            </a:pPr>
            <a:r>
              <a:rPr lang="en-GB" dirty="0">
                <a:latin typeface="Inter Tight" pitchFamily="2" charset="0"/>
                <a:ea typeface="Inter Tight" pitchFamily="2" charset="0"/>
                <a:cs typeface="Inter Tight" pitchFamily="2" charset="0"/>
              </a:rPr>
              <a:t>The quick brown fox jumps over the lazy dog. The quick brown fox jumps over the lazy dog. The quick brown fox jumps over the lazy dog, The quick brown fox jumps over the lazy dog</a:t>
            </a:r>
          </a:p>
        </p:txBody>
      </p:sp>
      <p:sp>
        <p:nvSpPr>
          <p:cNvPr id="23" name="TextBox 22">
            <a:extLst>
              <a:ext uri="{FF2B5EF4-FFF2-40B4-BE49-F238E27FC236}">
                <a16:creationId xmlns:a16="http://schemas.microsoft.com/office/drawing/2014/main" id="{5863B270-010B-9095-F81D-7DD423BF49BB}"/>
              </a:ext>
            </a:extLst>
          </p:cNvPr>
          <p:cNvSpPr txBox="1"/>
          <p:nvPr/>
        </p:nvSpPr>
        <p:spPr>
          <a:xfrm>
            <a:off x="10760897" y="5338778"/>
            <a:ext cx="1094065" cy="377026"/>
          </a:xfrm>
          <a:prstGeom prst="rect">
            <a:avLst/>
          </a:prstGeom>
          <a:noFill/>
        </p:spPr>
        <p:txBody>
          <a:bodyPr wrap="square" rtlCol="0">
            <a:spAutoFit/>
          </a:bodyPr>
          <a:lstStyle/>
          <a:p>
            <a:pPr algn="l">
              <a:spcAft>
                <a:spcPts val="300"/>
              </a:spcAft>
              <a:buNone/>
            </a:pPr>
            <a:r>
              <a:rPr lang="en-GB" sz="800" i="1" dirty="0">
                <a:latin typeface="Inter Tight" pitchFamily="2" charset="0"/>
                <a:ea typeface="Inter Tight" pitchFamily="2" charset="0"/>
                <a:cs typeface="Inter Tight" pitchFamily="2" charset="0"/>
              </a:rPr>
              <a:t>Inter tight (12)</a:t>
            </a:r>
          </a:p>
          <a:p>
            <a:pPr algn="l">
              <a:spcAft>
                <a:spcPts val="300"/>
              </a:spcAft>
              <a:buNone/>
            </a:pPr>
            <a:r>
              <a:rPr lang="en-GB" sz="800" i="1" dirty="0">
                <a:latin typeface="Inter Tight" pitchFamily="2" charset="0"/>
                <a:ea typeface="Inter Tight" pitchFamily="2" charset="0"/>
                <a:cs typeface="Inter Tight" pitchFamily="2" charset="0"/>
              </a:rPr>
              <a:t>Sentence case</a:t>
            </a:r>
          </a:p>
        </p:txBody>
      </p:sp>
      <p:sp>
        <p:nvSpPr>
          <p:cNvPr id="4" name="TextBox 3">
            <a:extLst>
              <a:ext uri="{FF2B5EF4-FFF2-40B4-BE49-F238E27FC236}">
                <a16:creationId xmlns:a16="http://schemas.microsoft.com/office/drawing/2014/main" id="{92154DAD-71D0-6FDB-F7D8-F5805C83CA89}"/>
              </a:ext>
            </a:extLst>
          </p:cNvPr>
          <p:cNvSpPr txBox="1"/>
          <p:nvPr/>
        </p:nvSpPr>
        <p:spPr>
          <a:xfrm>
            <a:off x="6166962" y="4090938"/>
            <a:ext cx="5688000" cy="276999"/>
          </a:xfrm>
          <a:prstGeom prst="rect">
            <a:avLst/>
          </a:prstGeom>
          <a:solidFill>
            <a:schemeClr val="bg1">
              <a:lumMod val="50000"/>
            </a:schemeClr>
          </a:solidFill>
        </p:spPr>
        <p:txBody>
          <a:bodyPr wrap="square" rtlCol="0">
            <a:spAutoFit/>
          </a:bodyPr>
          <a:lstStyle/>
          <a:p>
            <a:pPr algn="l">
              <a:spcAft>
                <a:spcPts val="300"/>
              </a:spcAft>
              <a:buNone/>
            </a:pPr>
            <a:r>
              <a:rPr lang="en-GB" sz="1200" dirty="0">
                <a:solidFill>
                  <a:schemeClr val="bg1"/>
                </a:solidFill>
              </a:rPr>
              <a:t>Version 2</a:t>
            </a:r>
          </a:p>
        </p:txBody>
      </p:sp>
      <p:pic>
        <p:nvPicPr>
          <p:cNvPr id="11" name="Picture 10">
            <a:extLst>
              <a:ext uri="{FF2B5EF4-FFF2-40B4-BE49-F238E27FC236}">
                <a16:creationId xmlns:a16="http://schemas.microsoft.com/office/drawing/2014/main" id="{4BF43A78-F03B-C935-F193-0D4071819B04}"/>
              </a:ext>
            </a:extLst>
          </p:cNvPr>
          <p:cNvPicPr>
            <a:picLocks noChangeAspect="1"/>
          </p:cNvPicPr>
          <p:nvPr/>
        </p:nvPicPr>
        <p:blipFill>
          <a:blip r:embed="rId2">
            <a:clrChange>
              <a:clrFrom>
                <a:srgbClr val="F5F6F8"/>
              </a:clrFrom>
              <a:clrTo>
                <a:srgbClr val="F5F6F8">
                  <a:alpha val="0"/>
                </a:srgbClr>
              </a:clrTo>
            </a:clrChange>
          </a:blip>
          <a:stretch>
            <a:fillRect/>
          </a:stretch>
        </p:blipFill>
        <p:spPr>
          <a:xfrm>
            <a:off x="6180274" y="1027526"/>
            <a:ext cx="5521051" cy="2338744"/>
          </a:xfrm>
          <a:prstGeom prst="rect">
            <a:avLst/>
          </a:prstGeom>
        </p:spPr>
      </p:pic>
      <p:sp>
        <p:nvSpPr>
          <p:cNvPr id="15" name="TextBox 14">
            <a:extLst>
              <a:ext uri="{FF2B5EF4-FFF2-40B4-BE49-F238E27FC236}">
                <a16:creationId xmlns:a16="http://schemas.microsoft.com/office/drawing/2014/main" id="{4F385217-EA02-1791-5C48-A59A17893F4B}"/>
              </a:ext>
            </a:extLst>
          </p:cNvPr>
          <p:cNvSpPr txBox="1"/>
          <p:nvPr/>
        </p:nvSpPr>
        <p:spPr>
          <a:xfrm>
            <a:off x="6166962" y="4471303"/>
            <a:ext cx="4524905" cy="215444"/>
          </a:xfrm>
          <a:prstGeom prst="rect">
            <a:avLst/>
          </a:prstGeom>
          <a:noFill/>
        </p:spPr>
        <p:txBody>
          <a:bodyPr wrap="square" rtlCol="0">
            <a:spAutoFit/>
          </a:bodyPr>
          <a:lstStyle/>
          <a:p>
            <a:pPr>
              <a:spcAft>
                <a:spcPts val="300"/>
              </a:spcAft>
            </a:pPr>
            <a:r>
              <a:rPr lang="en-GB" sz="800" dirty="0">
                <a:latin typeface="Inter Tight" pitchFamily="2" charset="0"/>
                <a:ea typeface="Inter Tight" pitchFamily="2" charset="0"/>
                <a:cs typeface="Inter Tight" pitchFamily="2" charset="0"/>
              </a:rPr>
              <a:t>OUR ORIGINS (EYEBROWS)</a:t>
            </a:r>
          </a:p>
        </p:txBody>
      </p:sp>
      <p:sp>
        <p:nvSpPr>
          <p:cNvPr id="17" name="TextBox 16">
            <a:extLst>
              <a:ext uri="{FF2B5EF4-FFF2-40B4-BE49-F238E27FC236}">
                <a16:creationId xmlns:a16="http://schemas.microsoft.com/office/drawing/2014/main" id="{DF2D2A01-9097-7544-2EFF-FE1377AB57D8}"/>
              </a:ext>
            </a:extLst>
          </p:cNvPr>
          <p:cNvSpPr txBox="1"/>
          <p:nvPr/>
        </p:nvSpPr>
        <p:spPr>
          <a:xfrm>
            <a:off x="10772131" y="4471303"/>
            <a:ext cx="716863" cy="215444"/>
          </a:xfrm>
          <a:prstGeom prst="rect">
            <a:avLst/>
          </a:prstGeom>
          <a:noFill/>
        </p:spPr>
        <p:txBody>
          <a:bodyPr wrap="none" rtlCol="0">
            <a:spAutoFit/>
          </a:bodyPr>
          <a:lstStyle/>
          <a:p>
            <a:pPr algn="l">
              <a:spcAft>
                <a:spcPts val="300"/>
              </a:spcAft>
              <a:buNone/>
            </a:pPr>
            <a:r>
              <a:rPr lang="en-GB" sz="800" i="1" dirty="0"/>
              <a:t>Inter Tight, 8</a:t>
            </a:r>
          </a:p>
        </p:txBody>
      </p:sp>
    </p:spTree>
    <p:extLst>
      <p:ext uri="{BB962C8B-B14F-4D97-AF65-F5344CB8AC3E}">
        <p14:creationId xmlns:p14="http://schemas.microsoft.com/office/powerpoint/2010/main" val="22481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BF74E-5DF0-3F09-9EAB-CE79138E8EBA}"/>
              </a:ext>
            </a:extLst>
          </p:cNvPr>
          <p:cNvSpPr>
            <a:spLocks noGrp="1"/>
          </p:cNvSpPr>
          <p:nvPr>
            <p:ph type="sldNum" sz="quarter" idx="4"/>
          </p:nvPr>
        </p:nvSpPr>
        <p:spPr/>
        <p:txBody>
          <a:bodyPr/>
          <a:lstStyle/>
          <a:p>
            <a:fld id="{409756D6-C949-48E5-BF9D-2E241BF85B52}" type="slidenum">
              <a:rPr lang="en-GB" smtClean="0"/>
              <a:pPr/>
              <a:t>2</a:t>
            </a:fld>
            <a:endParaRPr lang="en-GB" dirty="0"/>
          </a:p>
        </p:txBody>
      </p:sp>
      <p:sp>
        <p:nvSpPr>
          <p:cNvPr id="6" name="Title 5">
            <a:extLst>
              <a:ext uri="{FF2B5EF4-FFF2-40B4-BE49-F238E27FC236}">
                <a16:creationId xmlns:a16="http://schemas.microsoft.com/office/drawing/2014/main" id="{AD172F15-99B7-C5E5-CBA7-90A8BC577862}"/>
              </a:ext>
            </a:extLst>
          </p:cNvPr>
          <p:cNvSpPr>
            <a:spLocks noGrp="1"/>
          </p:cNvSpPr>
          <p:nvPr>
            <p:ph type="title"/>
          </p:nvPr>
        </p:nvSpPr>
        <p:spPr/>
        <p:txBody>
          <a:bodyPr/>
          <a:lstStyle/>
          <a:p>
            <a:r>
              <a:rPr lang="en-GB" dirty="0"/>
              <a:t>Colour palette</a:t>
            </a:r>
          </a:p>
        </p:txBody>
      </p:sp>
      <p:sp>
        <p:nvSpPr>
          <p:cNvPr id="8" name="swatch-navy">
            <a:extLst>
              <a:ext uri="{FF2B5EF4-FFF2-40B4-BE49-F238E27FC236}">
                <a16:creationId xmlns:a16="http://schemas.microsoft.com/office/drawing/2014/main" id="{02B5DA4A-1341-3802-A308-E43281B50943}"/>
              </a:ext>
            </a:extLst>
          </p:cNvPr>
          <p:cNvSpPr/>
          <p:nvPr/>
        </p:nvSpPr>
        <p:spPr>
          <a:xfrm>
            <a:off x="2773363" y="1784321"/>
            <a:ext cx="1143000" cy="533400"/>
          </a:xfrm>
          <a:prstGeom prst="rect">
            <a:avLst/>
          </a:prstGeom>
          <a:solidFill>
            <a:srgbClr val="002060"/>
          </a:solidFill>
          <a:ln/>
        </p:spPr>
        <p:txBody>
          <a:bodyPr anchor="ctr"/>
          <a:lstStyle/>
          <a:p>
            <a:pPr algn="ctr">
              <a:buNone/>
            </a:pPr>
            <a:r>
              <a:rPr lang="en-US" sz="800" b="1" dirty="0">
                <a:solidFill>
                  <a:srgbClr val="FFFFFF"/>
                </a:solidFill>
              </a:rPr>
              <a:t>Navy</a:t>
            </a:r>
          </a:p>
          <a:p>
            <a:pPr algn="ctr">
              <a:buNone/>
            </a:pPr>
            <a:r>
              <a:rPr lang="en-US" sz="800" dirty="0">
                <a:solidFill>
                  <a:srgbClr val="FFFFFF"/>
                </a:solidFill>
              </a:rPr>
              <a:t>0,32,96</a:t>
            </a:r>
          </a:p>
          <a:p>
            <a:pPr algn="ctr">
              <a:buNone/>
            </a:pPr>
            <a:r>
              <a:rPr lang="en-US" sz="800" dirty="0">
                <a:solidFill>
                  <a:srgbClr val="FFFFFF"/>
                </a:solidFill>
              </a:rPr>
              <a:t>#002060</a:t>
            </a:r>
          </a:p>
        </p:txBody>
      </p:sp>
      <p:sp>
        <p:nvSpPr>
          <p:cNvPr id="9" name="swatch-gold-a2">
            <a:extLst>
              <a:ext uri="{FF2B5EF4-FFF2-40B4-BE49-F238E27FC236}">
                <a16:creationId xmlns:a16="http://schemas.microsoft.com/office/drawing/2014/main" id="{4687B355-78E2-7956-4B71-7AA691E4A7D4}"/>
              </a:ext>
            </a:extLst>
          </p:cNvPr>
          <p:cNvSpPr/>
          <p:nvPr/>
        </p:nvSpPr>
        <p:spPr>
          <a:xfrm>
            <a:off x="5207000" y="1784321"/>
            <a:ext cx="1143000" cy="533400"/>
          </a:xfrm>
          <a:prstGeom prst="rect">
            <a:avLst/>
          </a:prstGeom>
          <a:solidFill>
            <a:srgbClr val="5C5C5C"/>
          </a:solidFill>
          <a:ln/>
        </p:spPr>
        <p:txBody>
          <a:bodyPr anchor="ctr"/>
          <a:lstStyle/>
          <a:p>
            <a:pPr algn="ctr">
              <a:buNone/>
            </a:pPr>
            <a:r>
              <a:rPr lang="en-US" sz="800" b="1" dirty="0">
                <a:solidFill>
                  <a:srgbClr val="FFFFFF"/>
                </a:solidFill>
              </a:rPr>
              <a:t>Dark Grey</a:t>
            </a:r>
          </a:p>
          <a:p>
            <a:pPr algn="ctr">
              <a:buNone/>
            </a:pPr>
            <a:r>
              <a:rPr lang="en-US" sz="800" dirty="0">
                <a:solidFill>
                  <a:srgbClr val="FFFFFF"/>
                </a:solidFill>
              </a:rPr>
              <a:t>92,92,92</a:t>
            </a:r>
          </a:p>
          <a:p>
            <a:pPr algn="ctr">
              <a:buNone/>
            </a:pPr>
            <a:r>
              <a:rPr lang="en-US" sz="800" dirty="0">
                <a:solidFill>
                  <a:srgbClr val="FFFFFF"/>
                </a:solidFill>
              </a:rPr>
              <a:t>#5C5C5C</a:t>
            </a:r>
          </a:p>
        </p:txBody>
      </p:sp>
      <p:sp>
        <p:nvSpPr>
          <p:cNvPr id="10" name="swatch-darkgrey-a3">
            <a:extLst>
              <a:ext uri="{FF2B5EF4-FFF2-40B4-BE49-F238E27FC236}">
                <a16:creationId xmlns:a16="http://schemas.microsoft.com/office/drawing/2014/main" id="{3042451A-ABA4-5E2B-4092-7C3A1A2B6794}"/>
              </a:ext>
            </a:extLst>
          </p:cNvPr>
          <p:cNvSpPr/>
          <p:nvPr/>
        </p:nvSpPr>
        <p:spPr>
          <a:xfrm>
            <a:off x="6426200" y="1784321"/>
            <a:ext cx="1143000" cy="533400"/>
          </a:xfrm>
          <a:prstGeom prst="rect">
            <a:avLst/>
          </a:prstGeom>
          <a:solidFill>
            <a:srgbClr val="9E9E9E"/>
          </a:solidFill>
          <a:ln/>
        </p:spPr>
        <p:txBody>
          <a:bodyPr anchor="ctr"/>
          <a:lstStyle/>
          <a:p>
            <a:pPr algn="ctr">
              <a:buNone/>
            </a:pPr>
            <a:r>
              <a:rPr lang="en-US" sz="800" b="1" dirty="0">
                <a:solidFill>
                  <a:srgbClr val="2E3F52"/>
                </a:solidFill>
              </a:rPr>
              <a:t>Mid Grey</a:t>
            </a:r>
          </a:p>
          <a:p>
            <a:pPr algn="ctr">
              <a:buNone/>
            </a:pPr>
            <a:r>
              <a:rPr lang="en-US" sz="800" dirty="0">
                <a:solidFill>
                  <a:srgbClr val="2E3F52"/>
                </a:solidFill>
              </a:rPr>
              <a:t>158,158,158</a:t>
            </a:r>
          </a:p>
          <a:p>
            <a:pPr algn="ctr">
              <a:buNone/>
            </a:pPr>
            <a:r>
              <a:rPr lang="en-US" sz="800" dirty="0">
                <a:solidFill>
                  <a:srgbClr val="2E3F52"/>
                </a:solidFill>
              </a:rPr>
              <a:t>#9E9E9E</a:t>
            </a:r>
          </a:p>
        </p:txBody>
      </p:sp>
      <p:sp>
        <p:nvSpPr>
          <p:cNvPr id="11" name="swatch-midgrey-a4">
            <a:extLst>
              <a:ext uri="{FF2B5EF4-FFF2-40B4-BE49-F238E27FC236}">
                <a16:creationId xmlns:a16="http://schemas.microsoft.com/office/drawing/2014/main" id="{CD07D574-7F65-B974-EF53-8741E8B8087C}"/>
              </a:ext>
            </a:extLst>
          </p:cNvPr>
          <p:cNvSpPr/>
          <p:nvPr/>
        </p:nvSpPr>
        <p:spPr>
          <a:xfrm>
            <a:off x="7645400" y="1784321"/>
            <a:ext cx="1143000" cy="533400"/>
          </a:xfrm>
          <a:prstGeom prst="rect">
            <a:avLst/>
          </a:prstGeom>
          <a:solidFill>
            <a:srgbClr val="7B2D42"/>
          </a:solidFill>
          <a:ln/>
        </p:spPr>
        <p:txBody>
          <a:bodyPr anchor="ctr"/>
          <a:lstStyle/>
          <a:p>
            <a:pPr algn="ctr">
              <a:buNone/>
            </a:pPr>
            <a:r>
              <a:rPr lang="en-US" sz="800" b="1" dirty="0">
                <a:solidFill>
                  <a:srgbClr val="FFFFFF"/>
                </a:solidFill>
              </a:rPr>
              <a:t>Burgundy</a:t>
            </a:r>
          </a:p>
          <a:p>
            <a:pPr algn="ctr">
              <a:buNone/>
            </a:pPr>
            <a:r>
              <a:rPr lang="en-US" sz="800" dirty="0">
                <a:solidFill>
                  <a:srgbClr val="FFFFFF"/>
                </a:solidFill>
              </a:rPr>
              <a:t>123,45,66</a:t>
            </a:r>
          </a:p>
          <a:p>
            <a:pPr algn="ctr">
              <a:buNone/>
            </a:pPr>
            <a:r>
              <a:rPr lang="en-US" sz="800" dirty="0">
                <a:solidFill>
                  <a:srgbClr val="FFFFFF"/>
                </a:solidFill>
              </a:rPr>
              <a:t>#7B2D42</a:t>
            </a:r>
          </a:p>
        </p:txBody>
      </p:sp>
      <p:sp>
        <p:nvSpPr>
          <p:cNvPr id="12" name="swatch-txt2">
            <a:extLst>
              <a:ext uri="{FF2B5EF4-FFF2-40B4-BE49-F238E27FC236}">
                <a16:creationId xmlns:a16="http://schemas.microsoft.com/office/drawing/2014/main" id="{59351615-1197-D868-F6BB-285E94C69156}"/>
              </a:ext>
            </a:extLst>
          </p:cNvPr>
          <p:cNvSpPr/>
          <p:nvPr/>
        </p:nvSpPr>
        <p:spPr>
          <a:xfrm>
            <a:off x="1554163" y="1784321"/>
            <a:ext cx="1143000" cy="533400"/>
          </a:xfrm>
          <a:prstGeom prst="rect">
            <a:avLst/>
          </a:prstGeom>
          <a:solidFill>
            <a:srgbClr val="2E3F52"/>
          </a:solidFill>
          <a:ln/>
        </p:spPr>
        <p:txBody>
          <a:bodyPr anchor="ctr"/>
          <a:lstStyle/>
          <a:p>
            <a:pPr algn="ctr">
              <a:buNone/>
            </a:pPr>
            <a:r>
              <a:rPr lang="en-US" sz="800" b="1" dirty="0">
                <a:solidFill>
                  <a:srgbClr val="FFFFFF"/>
                </a:solidFill>
              </a:rPr>
              <a:t>Deep Slate</a:t>
            </a:r>
          </a:p>
          <a:p>
            <a:pPr algn="ctr">
              <a:buNone/>
            </a:pPr>
            <a:r>
              <a:rPr lang="en-US" sz="800" dirty="0">
                <a:solidFill>
                  <a:srgbClr val="FFFFFF"/>
                </a:solidFill>
              </a:rPr>
              <a:t>46,63,82</a:t>
            </a:r>
          </a:p>
          <a:p>
            <a:pPr algn="ctr">
              <a:buNone/>
            </a:pPr>
            <a:r>
              <a:rPr lang="en-US" sz="800" dirty="0">
                <a:solidFill>
                  <a:srgbClr val="FFFFFF"/>
                </a:solidFill>
              </a:rPr>
              <a:t>#2E3F52</a:t>
            </a:r>
          </a:p>
        </p:txBody>
      </p:sp>
      <p:sp>
        <p:nvSpPr>
          <p:cNvPr id="13" name="swatch-bg2">
            <a:extLst>
              <a:ext uri="{FF2B5EF4-FFF2-40B4-BE49-F238E27FC236}">
                <a16:creationId xmlns:a16="http://schemas.microsoft.com/office/drawing/2014/main" id="{668E8D57-35E5-F308-6E11-5CCC3D14C920}"/>
              </a:ext>
            </a:extLst>
          </p:cNvPr>
          <p:cNvSpPr/>
          <p:nvPr/>
        </p:nvSpPr>
        <p:spPr>
          <a:xfrm>
            <a:off x="334963" y="1784321"/>
            <a:ext cx="1143000" cy="533400"/>
          </a:xfrm>
          <a:prstGeom prst="rect">
            <a:avLst/>
          </a:prstGeom>
          <a:solidFill>
            <a:srgbClr val="E8ECF0"/>
          </a:solidFill>
          <a:ln w="9525"/>
        </p:spPr>
        <p:txBody>
          <a:bodyPr anchor="ctr"/>
          <a:lstStyle/>
          <a:p>
            <a:pPr algn="ctr">
              <a:buNone/>
            </a:pPr>
            <a:r>
              <a:rPr lang="en-US" sz="800" b="1" dirty="0">
                <a:solidFill>
                  <a:srgbClr val="2E3F52"/>
                </a:solidFill>
              </a:rPr>
              <a:t>Cool Grey</a:t>
            </a:r>
          </a:p>
          <a:p>
            <a:pPr algn="ctr">
              <a:buNone/>
            </a:pPr>
            <a:r>
              <a:rPr lang="en-US" sz="800" dirty="0">
                <a:solidFill>
                  <a:srgbClr val="2E3F52"/>
                </a:solidFill>
              </a:rPr>
              <a:t>232,236,240</a:t>
            </a:r>
          </a:p>
          <a:p>
            <a:pPr algn="ctr">
              <a:buNone/>
            </a:pPr>
            <a:r>
              <a:rPr lang="en-US" sz="800" dirty="0">
                <a:solidFill>
                  <a:srgbClr val="2E3F52"/>
                </a:solidFill>
              </a:rPr>
              <a:t>#E8ECF0</a:t>
            </a:r>
          </a:p>
        </p:txBody>
      </p:sp>
      <p:sp>
        <p:nvSpPr>
          <p:cNvPr id="14" name="colour-ref-title">
            <a:extLst>
              <a:ext uri="{FF2B5EF4-FFF2-40B4-BE49-F238E27FC236}">
                <a16:creationId xmlns:a16="http://schemas.microsoft.com/office/drawing/2014/main" id="{7FC31078-9D85-69AC-E851-0C7921A6B65B}"/>
              </a:ext>
            </a:extLst>
          </p:cNvPr>
          <p:cNvSpPr/>
          <p:nvPr/>
        </p:nvSpPr>
        <p:spPr>
          <a:xfrm>
            <a:off x="334962" y="1329517"/>
            <a:ext cx="11520000" cy="228600"/>
          </a:xfrm>
          <a:prstGeom prst="rect">
            <a:avLst/>
          </a:prstGeom>
          <a:noFill/>
          <a:ln>
            <a:gradFill>
              <a:gsLst>
                <a:gs pos="95000">
                  <a:schemeClr val="bg1"/>
                </a:gs>
                <a:gs pos="100000">
                  <a:schemeClr val="accent1"/>
                </a:gs>
              </a:gsLst>
              <a:lin ang="5400000" scaled="1"/>
            </a:gradFill>
          </a:ln>
        </p:spPr>
        <p:txBody>
          <a:bodyPr lIns="0" tIns="0" rIns="0" bIns="0"/>
          <a:lstStyle/>
          <a:p>
            <a:r>
              <a:rPr lang="en-GB" b="1" dirty="0"/>
              <a:t>Charcot colour palette (in addition to White as Background 1, Black as Text 1)</a:t>
            </a:r>
          </a:p>
        </p:txBody>
      </p:sp>
      <p:sp>
        <p:nvSpPr>
          <p:cNvPr id="15" name="swatch-navy">
            <a:extLst>
              <a:ext uri="{FF2B5EF4-FFF2-40B4-BE49-F238E27FC236}">
                <a16:creationId xmlns:a16="http://schemas.microsoft.com/office/drawing/2014/main" id="{24B9D37E-26E6-65D5-FBB9-F7810C18456B}"/>
              </a:ext>
            </a:extLst>
          </p:cNvPr>
          <p:cNvSpPr/>
          <p:nvPr/>
        </p:nvSpPr>
        <p:spPr>
          <a:xfrm>
            <a:off x="2773363" y="2650634"/>
            <a:ext cx="1143000" cy="533400"/>
          </a:xfrm>
          <a:prstGeom prst="rect">
            <a:avLst/>
          </a:prstGeom>
          <a:solidFill>
            <a:srgbClr val="ACC8FF"/>
          </a:solidFill>
          <a:ln/>
        </p:spPr>
        <p:txBody>
          <a:bodyPr anchor="ctr"/>
          <a:lstStyle/>
          <a:p>
            <a:pPr algn="ctr">
              <a:buNone/>
            </a:pPr>
            <a:r>
              <a:rPr lang="en-US" sz="800" dirty="0">
                <a:solidFill>
                  <a:srgbClr val="2E3F52"/>
                </a:solidFill>
              </a:rPr>
              <a:t>172,200,255</a:t>
            </a:r>
          </a:p>
          <a:p>
            <a:pPr algn="ctr">
              <a:buNone/>
            </a:pPr>
            <a:r>
              <a:rPr lang="en-US" sz="800" dirty="0">
                <a:solidFill>
                  <a:srgbClr val="2E3F52"/>
                </a:solidFill>
              </a:rPr>
              <a:t>#ACC8FF</a:t>
            </a:r>
          </a:p>
        </p:txBody>
      </p:sp>
      <p:sp>
        <p:nvSpPr>
          <p:cNvPr id="16" name="swatch-gold-a2">
            <a:extLst>
              <a:ext uri="{FF2B5EF4-FFF2-40B4-BE49-F238E27FC236}">
                <a16:creationId xmlns:a16="http://schemas.microsoft.com/office/drawing/2014/main" id="{578A5549-EDE2-652C-D854-120FE7AD30FF}"/>
              </a:ext>
            </a:extLst>
          </p:cNvPr>
          <p:cNvSpPr/>
          <p:nvPr/>
        </p:nvSpPr>
        <p:spPr>
          <a:xfrm>
            <a:off x="5207000" y="2650634"/>
            <a:ext cx="1143000" cy="533400"/>
          </a:xfrm>
          <a:prstGeom prst="rect">
            <a:avLst/>
          </a:prstGeom>
          <a:solidFill>
            <a:srgbClr val="DEDEDE"/>
          </a:solidFill>
          <a:ln/>
        </p:spPr>
        <p:txBody>
          <a:bodyPr anchor="ctr"/>
          <a:lstStyle/>
          <a:p>
            <a:pPr algn="ctr">
              <a:buNone/>
            </a:pPr>
            <a:r>
              <a:rPr lang="en-US" sz="800" dirty="0">
                <a:solidFill>
                  <a:srgbClr val="2E3F52"/>
                </a:solidFill>
              </a:rPr>
              <a:t>222,222,222</a:t>
            </a:r>
          </a:p>
          <a:p>
            <a:pPr algn="ctr">
              <a:buNone/>
            </a:pPr>
            <a:r>
              <a:rPr lang="en-US" sz="800" dirty="0">
                <a:solidFill>
                  <a:srgbClr val="2E3F52"/>
                </a:solidFill>
              </a:rPr>
              <a:t>#DEDEDE</a:t>
            </a:r>
          </a:p>
        </p:txBody>
      </p:sp>
      <p:sp>
        <p:nvSpPr>
          <p:cNvPr id="17" name="swatch-darkgrey-a3">
            <a:extLst>
              <a:ext uri="{FF2B5EF4-FFF2-40B4-BE49-F238E27FC236}">
                <a16:creationId xmlns:a16="http://schemas.microsoft.com/office/drawing/2014/main" id="{86C7A505-DEC7-93D5-64C0-05A59AAE9A10}"/>
              </a:ext>
            </a:extLst>
          </p:cNvPr>
          <p:cNvSpPr/>
          <p:nvPr/>
        </p:nvSpPr>
        <p:spPr>
          <a:xfrm>
            <a:off x="6426200" y="2650634"/>
            <a:ext cx="1143000" cy="533400"/>
          </a:xfrm>
          <a:prstGeom prst="rect">
            <a:avLst/>
          </a:prstGeom>
          <a:solidFill>
            <a:srgbClr val="ECECEC"/>
          </a:solidFill>
          <a:ln/>
        </p:spPr>
        <p:txBody>
          <a:bodyPr anchor="ctr"/>
          <a:lstStyle/>
          <a:p>
            <a:pPr algn="ctr">
              <a:buNone/>
            </a:pPr>
            <a:r>
              <a:rPr lang="en-US" sz="800" dirty="0">
                <a:solidFill>
                  <a:srgbClr val="2E3F52"/>
                </a:solidFill>
              </a:rPr>
              <a:t>236,236,236</a:t>
            </a:r>
          </a:p>
          <a:p>
            <a:pPr algn="ctr">
              <a:buNone/>
            </a:pPr>
            <a:r>
              <a:rPr lang="en-US" sz="800" dirty="0">
                <a:solidFill>
                  <a:srgbClr val="2E3F52"/>
                </a:solidFill>
              </a:rPr>
              <a:t>#ECECEC</a:t>
            </a:r>
          </a:p>
        </p:txBody>
      </p:sp>
      <p:sp>
        <p:nvSpPr>
          <p:cNvPr id="18" name="swatch-midgrey-a4">
            <a:extLst>
              <a:ext uri="{FF2B5EF4-FFF2-40B4-BE49-F238E27FC236}">
                <a16:creationId xmlns:a16="http://schemas.microsoft.com/office/drawing/2014/main" id="{1D6573EA-BFFA-96E2-9CD4-942BD3810F03}"/>
              </a:ext>
            </a:extLst>
          </p:cNvPr>
          <p:cNvSpPr/>
          <p:nvPr/>
        </p:nvSpPr>
        <p:spPr>
          <a:xfrm>
            <a:off x="7645400" y="2650634"/>
            <a:ext cx="1143000" cy="533400"/>
          </a:xfrm>
          <a:prstGeom prst="rect">
            <a:avLst/>
          </a:prstGeom>
          <a:solidFill>
            <a:srgbClr val="EDCDD5"/>
          </a:solidFill>
          <a:ln/>
        </p:spPr>
        <p:txBody>
          <a:bodyPr anchor="ctr"/>
          <a:lstStyle/>
          <a:p>
            <a:pPr algn="ctr">
              <a:buNone/>
            </a:pPr>
            <a:r>
              <a:rPr lang="en-US" sz="800" dirty="0">
                <a:solidFill>
                  <a:srgbClr val="2E3F52"/>
                </a:solidFill>
              </a:rPr>
              <a:t>237,205,213</a:t>
            </a:r>
          </a:p>
          <a:p>
            <a:pPr algn="ctr">
              <a:buNone/>
            </a:pPr>
            <a:r>
              <a:rPr lang="en-US" sz="800" dirty="0">
                <a:solidFill>
                  <a:srgbClr val="2E3F52"/>
                </a:solidFill>
              </a:rPr>
              <a:t>#EDCDD5</a:t>
            </a:r>
          </a:p>
        </p:txBody>
      </p:sp>
      <p:sp>
        <p:nvSpPr>
          <p:cNvPr id="19" name="swatch-txt2">
            <a:extLst>
              <a:ext uri="{FF2B5EF4-FFF2-40B4-BE49-F238E27FC236}">
                <a16:creationId xmlns:a16="http://schemas.microsoft.com/office/drawing/2014/main" id="{D3AFA77D-A637-6656-6110-EB8019C48097}"/>
              </a:ext>
            </a:extLst>
          </p:cNvPr>
          <p:cNvSpPr/>
          <p:nvPr/>
        </p:nvSpPr>
        <p:spPr>
          <a:xfrm>
            <a:off x="1554163" y="2650634"/>
            <a:ext cx="1143000" cy="533400"/>
          </a:xfrm>
          <a:prstGeom prst="rect">
            <a:avLst/>
          </a:prstGeom>
          <a:solidFill>
            <a:srgbClr val="CED8E4"/>
          </a:solidFill>
          <a:ln/>
        </p:spPr>
        <p:txBody>
          <a:bodyPr anchor="ctr"/>
          <a:lstStyle/>
          <a:p>
            <a:pPr algn="ctr">
              <a:buNone/>
            </a:pPr>
            <a:r>
              <a:rPr lang="en-US" sz="800" dirty="0">
                <a:solidFill>
                  <a:srgbClr val="2E3F52"/>
                </a:solidFill>
              </a:rPr>
              <a:t>206,216,228</a:t>
            </a:r>
          </a:p>
          <a:p>
            <a:pPr algn="ctr">
              <a:buNone/>
            </a:pPr>
            <a:r>
              <a:rPr lang="en-US" sz="800" dirty="0">
                <a:solidFill>
                  <a:srgbClr val="2E3F52"/>
                </a:solidFill>
              </a:rPr>
              <a:t>#CED8E4</a:t>
            </a:r>
          </a:p>
        </p:txBody>
      </p:sp>
      <p:sp>
        <p:nvSpPr>
          <p:cNvPr id="20" name="swatch-bg2">
            <a:extLst>
              <a:ext uri="{FF2B5EF4-FFF2-40B4-BE49-F238E27FC236}">
                <a16:creationId xmlns:a16="http://schemas.microsoft.com/office/drawing/2014/main" id="{32764500-406C-2212-7750-FCD2A73B5DB6}"/>
              </a:ext>
            </a:extLst>
          </p:cNvPr>
          <p:cNvSpPr/>
          <p:nvPr/>
        </p:nvSpPr>
        <p:spPr>
          <a:xfrm>
            <a:off x="334963" y="2650634"/>
            <a:ext cx="1143000" cy="533400"/>
          </a:xfrm>
          <a:prstGeom prst="rect">
            <a:avLst/>
          </a:prstGeom>
          <a:solidFill>
            <a:srgbClr val="FAFBFC"/>
          </a:solidFill>
          <a:ln w="9525"/>
        </p:spPr>
        <p:txBody>
          <a:bodyPr anchor="ctr"/>
          <a:lstStyle/>
          <a:p>
            <a:pPr algn="ctr">
              <a:buNone/>
            </a:pPr>
            <a:r>
              <a:rPr lang="en-US" sz="800" dirty="0">
                <a:solidFill>
                  <a:srgbClr val="2E3F52"/>
                </a:solidFill>
              </a:rPr>
              <a:t>250,251,252</a:t>
            </a:r>
          </a:p>
          <a:p>
            <a:pPr algn="ctr">
              <a:buNone/>
            </a:pPr>
            <a:r>
              <a:rPr lang="en-US" sz="800" dirty="0">
                <a:solidFill>
                  <a:srgbClr val="2E3F52"/>
                </a:solidFill>
              </a:rPr>
              <a:t>#FAFBFC</a:t>
            </a:r>
          </a:p>
        </p:txBody>
      </p:sp>
      <p:sp>
        <p:nvSpPr>
          <p:cNvPr id="21" name="swatch-navy">
            <a:extLst>
              <a:ext uri="{FF2B5EF4-FFF2-40B4-BE49-F238E27FC236}">
                <a16:creationId xmlns:a16="http://schemas.microsoft.com/office/drawing/2014/main" id="{6D77BD43-7E51-4B13-0186-1194AEE1141A}"/>
              </a:ext>
            </a:extLst>
          </p:cNvPr>
          <p:cNvSpPr/>
          <p:nvPr/>
        </p:nvSpPr>
        <p:spPr>
          <a:xfrm>
            <a:off x="2773363" y="3243999"/>
            <a:ext cx="1143000" cy="533400"/>
          </a:xfrm>
          <a:prstGeom prst="rect">
            <a:avLst/>
          </a:prstGeom>
          <a:solidFill>
            <a:srgbClr val="5991FF"/>
          </a:solidFill>
          <a:ln/>
        </p:spPr>
        <p:txBody>
          <a:bodyPr anchor="ctr"/>
          <a:lstStyle/>
          <a:p>
            <a:pPr algn="ctr">
              <a:buNone/>
            </a:pPr>
            <a:r>
              <a:rPr lang="en-US" sz="800" dirty="0">
                <a:solidFill>
                  <a:srgbClr val="2E3F52"/>
                </a:solidFill>
              </a:rPr>
              <a:t>89,145,255</a:t>
            </a:r>
          </a:p>
          <a:p>
            <a:pPr algn="ctr">
              <a:buNone/>
            </a:pPr>
            <a:r>
              <a:rPr lang="en-US" sz="800" dirty="0">
                <a:solidFill>
                  <a:srgbClr val="2E3F52"/>
                </a:solidFill>
              </a:rPr>
              <a:t>#5991FF</a:t>
            </a:r>
          </a:p>
        </p:txBody>
      </p:sp>
      <p:sp>
        <p:nvSpPr>
          <p:cNvPr id="22" name="swatch-gold-a2">
            <a:extLst>
              <a:ext uri="{FF2B5EF4-FFF2-40B4-BE49-F238E27FC236}">
                <a16:creationId xmlns:a16="http://schemas.microsoft.com/office/drawing/2014/main" id="{7EAE0E7D-7142-D853-D955-216BE217C0E5}"/>
              </a:ext>
            </a:extLst>
          </p:cNvPr>
          <p:cNvSpPr/>
          <p:nvPr/>
        </p:nvSpPr>
        <p:spPr>
          <a:xfrm>
            <a:off x="5207000" y="3243999"/>
            <a:ext cx="1143000" cy="533400"/>
          </a:xfrm>
          <a:prstGeom prst="rect">
            <a:avLst/>
          </a:prstGeom>
          <a:solidFill>
            <a:srgbClr val="BEBEBE"/>
          </a:solidFill>
          <a:ln/>
        </p:spPr>
        <p:txBody>
          <a:bodyPr anchor="ctr"/>
          <a:lstStyle/>
          <a:p>
            <a:pPr algn="ctr">
              <a:buNone/>
            </a:pPr>
            <a:r>
              <a:rPr lang="en-US" sz="800" dirty="0">
                <a:solidFill>
                  <a:srgbClr val="2E3F52"/>
                </a:solidFill>
              </a:rPr>
              <a:t>190,190,190</a:t>
            </a:r>
          </a:p>
          <a:p>
            <a:pPr algn="ctr">
              <a:buNone/>
            </a:pPr>
            <a:r>
              <a:rPr lang="en-US" sz="800" dirty="0">
                <a:solidFill>
                  <a:srgbClr val="2E3F52"/>
                </a:solidFill>
              </a:rPr>
              <a:t>#BEBEBE</a:t>
            </a:r>
          </a:p>
        </p:txBody>
      </p:sp>
      <p:sp>
        <p:nvSpPr>
          <p:cNvPr id="23" name="swatch-darkgrey-a3">
            <a:extLst>
              <a:ext uri="{FF2B5EF4-FFF2-40B4-BE49-F238E27FC236}">
                <a16:creationId xmlns:a16="http://schemas.microsoft.com/office/drawing/2014/main" id="{48B41EBA-643B-ABEE-D182-8123244C45D8}"/>
              </a:ext>
            </a:extLst>
          </p:cNvPr>
          <p:cNvSpPr/>
          <p:nvPr/>
        </p:nvSpPr>
        <p:spPr>
          <a:xfrm>
            <a:off x="6426200" y="3243999"/>
            <a:ext cx="1143000" cy="533400"/>
          </a:xfrm>
          <a:prstGeom prst="rect">
            <a:avLst/>
          </a:prstGeom>
          <a:solidFill>
            <a:srgbClr val="D8D8D8"/>
          </a:solidFill>
          <a:ln/>
        </p:spPr>
        <p:txBody>
          <a:bodyPr anchor="ctr"/>
          <a:lstStyle/>
          <a:p>
            <a:pPr algn="ctr">
              <a:buNone/>
            </a:pPr>
            <a:r>
              <a:rPr lang="en-US" sz="800" dirty="0">
                <a:solidFill>
                  <a:srgbClr val="2E3F52"/>
                </a:solidFill>
              </a:rPr>
              <a:t>216,216,216</a:t>
            </a:r>
          </a:p>
          <a:p>
            <a:pPr algn="ctr">
              <a:buNone/>
            </a:pPr>
            <a:r>
              <a:rPr lang="en-US" sz="800" dirty="0">
                <a:solidFill>
                  <a:srgbClr val="2E3F52"/>
                </a:solidFill>
              </a:rPr>
              <a:t>#D8D8D8</a:t>
            </a:r>
          </a:p>
        </p:txBody>
      </p:sp>
      <p:sp>
        <p:nvSpPr>
          <p:cNvPr id="24" name="swatch-midgrey-a4">
            <a:extLst>
              <a:ext uri="{FF2B5EF4-FFF2-40B4-BE49-F238E27FC236}">
                <a16:creationId xmlns:a16="http://schemas.microsoft.com/office/drawing/2014/main" id="{9AAD466A-96CD-A23B-7599-2751D988E72B}"/>
              </a:ext>
            </a:extLst>
          </p:cNvPr>
          <p:cNvSpPr/>
          <p:nvPr/>
        </p:nvSpPr>
        <p:spPr>
          <a:xfrm>
            <a:off x="7645400" y="3243999"/>
            <a:ext cx="1143000" cy="533400"/>
          </a:xfrm>
          <a:prstGeom prst="rect">
            <a:avLst/>
          </a:prstGeom>
          <a:solidFill>
            <a:srgbClr val="DA9BAC"/>
          </a:solidFill>
          <a:ln/>
        </p:spPr>
        <p:txBody>
          <a:bodyPr anchor="ctr"/>
          <a:lstStyle/>
          <a:p>
            <a:pPr algn="ctr">
              <a:buNone/>
            </a:pPr>
            <a:r>
              <a:rPr lang="en-US" sz="800" dirty="0">
                <a:solidFill>
                  <a:srgbClr val="2E3F52"/>
                </a:solidFill>
              </a:rPr>
              <a:t>218,155,172</a:t>
            </a:r>
          </a:p>
          <a:p>
            <a:pPr algn="ctr">
              <a:buNone/>
            </a:pPr>
            <a:r>
              <a:rPr lang="en-US" sz="800" dirty="0">
                <a:solidFill>
                  <a:srgbClr val="2E3F52"/>
                </a:solidFill>
              </a:rPr>
              <a:t>#DA9BAC</a:t>
            </a:r>
          </a:p>
        </p:txBody>
      </p:sp>
      <p:sp>
        <p:nvSpPr>
          <p:cNvPr id="25" name="swatch-txt2">
            <a:extLst>
              <a:ext uri="{FF2B5EF4-FFF2-40B4-BE49-F238E27FC236}">
                <a16:creationId xmlns:a16="http://schemas.microsoft.com/office/drawing/2014/main" id="{22C08FD8-CDF4-961C-811E-CA776DB31055}"/>
              </a:ext>
            </a:extLst>
          </p:cNvPr>
          <p:cNvSpPr/>
          <p:nvPr/>
        </p:nvSpPr>
        <p:spPr>
          <a:xfrm>
            <a:off x="1554163" y="3243999"/>
            <a:ext cx="1143000" cy="533400"/>
          </a:xfrm>
          <a:prstGeom prst="rect">
            <a:avLst/>
          </a:prstGeom>
          <a:solidFill>
            <a:srgbClr val="9DB1C8"/>
          </a:solidFill>
          <a:ln/>
        </p:spPr>
        <p:txBody>
          <a:bodyPr anchor="ctr"/>
          <a:lstStyle/>
          <a:p>
            <a:pPr algn="ctr">
              <a:buNone/>
            </a:pPr>
            <a:r>
              <a:rPr lang="en-US" sz="800" dirty="0">
                <a:solidFill>
                  <a:srgbClr val="2E3F52"/>
                </a:solidFill>
              </a:rPr>
              <a:t>157,177,200</a:t>
            </a:r>
          </a:p>
          <a:p>
            <a:pPr algn="ctr">
              <a:buNone/>
            </a:pPr>
            <a:r>
              <a:rPr lang="en-US" sz="800" dirty="0">
                <a:solidFill>
                  <a:srgbClr val="2E3F52"/>
                </a:solidFill>
              </a:rPr>
              <a:t>#9DB1C8</a:t>
            </a:r>
          </a:p>
        </p:txBody>
      </p:sp>
      <p:sp>
        <p:nvSpPr>
          <p:cNvPr id="26" name="swatch-bg2">
            <a:extLst>
              <a:ext uri="{FF2B5EF4-FFF2-40B4-BE49-F238E27FC236}">
                <a16:creationId xmlns:a16="http://schemas.microsoft.com/office/drawing/2014/main" id="{32000E69-B237-A0A5-A57E-2FDB2982D259}"/>
              </a:ext>
            </a:extLst>
          </p:cNvPr>
          <p:cNvSpPr/>
          <p:nvPr/>
        </p:nvSpPr>
        <p:spPr>
          <a:xfrm>
            <a:off x="334963" y="3243999"/>
            <a:ext cx="1143000" cy="533400"/>
          </a:xfrm>
          <a:prstGeom prst="rect">
            <a:avLst/>
          </a:prstGeom>
          <a:solidFill>
            <a:srgbClr val="F6F7F9"/>
          </a:solidFill>
          <a:ln w="9525"/>
        </p:spPr>
        <p:txBody>
          <a:bodyPr anchor="ctr"/>
          <a:lstStyle/>
          <a:p>
            <a:pPr algn="ctr">
              <a:buNone/>
            </a:pPr>
            <a:r>
              <a:rPr lang="en-US" sz="800" dirty="0">
                <a:solidFill>
                  <a:srgbClr val="2E3F52"/>
                </a:solidFill>
              </a:rPr>
              <a:t>246,247,249</a:t>
            </a:r>
          </a:p>
          <a:p>
            <a:pPr algn="ctr">
              <a:buNone/>
            </a:pPr>
            <a:r>
              <a:rPr lang="en-US" sz="800" dirty="0">
                <a:solidFill>
                  <a:srgbClr val="2E3F52"/>
                </a:solidFill>
              </a:rPr>
              <a:t>#F6F7F9</a:t>
            </a:r>
          </a:p>
        </p:txBody>
      </p:sp>
      <p:sp>
        <p:nvSpPr>
          <p:cNvPr id="27" name="swatch-navy">
            <a:extLst>
              <a:ext uri="{FF2B5EF4-FFF2-40B4-BE49-F238E27FC236}">
                <a16:creationId xmlns:a16="http://schemas.microsoft.com/office/drawing/2014/main" id="{901F58B8-BAAB-1344-2986-E92CEE755DD4}"/>
              </a:ext>
            </a:extLst>
          </p:cNvPr>
          <p:cNvSpPr/>
          <p:nvPr/>
        </p:nvSpPr>
        <p:spPr>
          <a:xfrm>
            <a:off x="2773363" y="3837364"/>
            <a:ext cx="1143000" cy="533400"/>
          </a:xfrm>
          <a:prstGeom prst="rect">
            <a:avLst/>
          </a:prstGeom>
          <a:solidFill>
            <a:srgbClr val="0759FF"/>
          </a:solidFill>
          <a:ln/>
        </p:spPr>
        <p:txBody>
          <a:bodyPr anchor="ctr"/>
          <a:lstStyle/>
          <a:p>
            <a:pPr algn="ctr">
              <a:buNone/>
            </a:pPr>
            <a:r>
              <a:rPr lang="en-US" sz="800" dirty="0">
                <a:solidFill>
                  <a:srgbClr val="FFFFFF"/>
                </a:solidFill>
              </a:rPr>
              <a:t>7,89,255</a:t>
            </a:r>
          </a:p>
          <a:p>
            <a:pPr algn="ctr">
              <a:buNone/>
            </a:pPr>
            <a:r>
              <a:rPr lang="en-US" sz="800" dirty="0">
                <a:solidFill>
                  <a:srgbClr val="FFFFFF"/>
                </a:solidFill>
              </a:rPr>
              <a:t>#0759FF</a:t>
            </a:r>
          </a:p>
        </p:txBody>
      </p:sp>
      <p:sp>
        <p:nvSpPr>
          <p:cNvPr id="28" name="swatch-gold-a2">
            <a:extLst>
              <a:ext uri="{FF2B5EF4-FFF2-40B4-BE49-F238E27FC236}">
                <a16:creationId xmlns:a16="http://schemas.microsoft.com/office/drawing/2014/main" id="{17C659D2-A716-611A-0283-0B1BD28160DB}"/>
              </a:ext>
            </a:extLst>
          </p:cNvPr>
          <p:cNvSpPr/>
          <p:nvPr/>
        </p:nvSpPr>
        <p:spPr>
          <a:xfrm>
            <a:off x="5207000" y="3837364"/>
            <a:ext cx="1143000" cy="533400"/>
          </a:xfrm>
          <a:prstGeom prst="rect">
            <a:avLst/>
          </a:prstGeom>
          <a:solidFill>
            <a:srgbClr val="9D9D9D"/>
          </a:solidFill>
          <a:ln/>
        </p:spPr>
        <p:txBody>
          <a:bodyPr anchor="ctr"/>
          <a:lstStyle/>
          <a:p>
            <a:pPr algn="ctr">
              <a:buNone/>
            </a:pPr>
            <a:r>
              <a:rPr lang="en-US" sz="800" dirty="0">
                <a:solidFill>
                  <a:srgbClr val="2E3F52"/>
                </a:solidFill>
              </a:rPr>
              <a:t>157,157,157</a:t>
            </a:r>
          </a:p>
          <a:p>
            <a:pPr algn="ctr">
              <a:buNone/>
            </a:pPr>
            <a:r>
              <a:rPr lang="en-US" sz="800" dirty="0">
                <a:solidFill>
                  <a:srgbClr val="2E3F52"/>
                </a:solidFill>
              </a:rPr>
              <a:t>#9D9D9D</a:t>
            </a:r>
          </a:p>
        </p:txBody>
      </p:sp>
      <p:sp>
        <p:nvSpPr>
          <p:cNvPr id="29" name="swatch-darkgrey-a3">
            <a:extLst>
              <a:ext uri="{FF2B5EF4-FFF2-40B4-BE49-F238E27FC236}">
                <a16:creationId xmlns:a16="http://schemas.microsoft.com/office/drawing/2014/main" id="{9D30CBAF-C2B6-7DAF-F171-3E876A9A9576}"/>
              </a:ext>
            </a:extLst>
          </p:cNvPr>
          <p:cNvSpPr/>
          <p:nvPr/>
        </p:nvSpPr>
        <p:spPr>
          <a:xfrm>
            <a:off x="6426200" y="3837364"/>
            <a:ext cx="1143000" cy="533400"/>
          </a:xfrm>
          <a:prstGeom prst="rect">
            <a:avLst/>
          </a:prstGeom>
          <a:solidFill>
            <a:srgbClr val="C5C5C5"/>
          </a:solidFill>
          <a:ln/>
        </p:spPr>
        <p:txBody>
          <a:bodyPr anchor="ctr"/>
          <a:lstStyle/>
          <a:p>
            <a:pPr algn="ctr">
              <a:buNone/>
            </a:pPr>
            <a:r>
              <a:rPr lang="en-US" sz="800" dirty="0">
                <a:solidFill>
                  <a:srgbClr val="2E3F52"/>
                </a:solidFill>
              </a:rPr>
              <a:t>197,197,197</a:t>
            </a:r>
          </a:p>
          <a:p>
            <a:pPr algn="ctr">
              <a:buNone/>
            </a:pPr>
            <a:r>
              <a:rPr lang="en-US" sz="800" dirty="0">
                <a:solidFill>
                  <a:srgbClr val="2E3F52"/>
                </a:solidFill>
              </a:rPr>
              <a:t>#C5C5C5</a:t>
            </a:r>
          </a:p>
        </p:txBody>
      </p:sp>
      <p:sp>
        <p:nvSpPr>
          <p:cNvPr id="30" name="swatch-midgrey-a4">
            <a:extLst>
              <a:ext uri="{FF2B5EF4-FFF2-40B4-BE49-F238E27FC236}">
                <a16:creationId xmlns:a16="http://schemas.microsoft.com/office/drawing/2014/main" id="{3424EF54-1719-4F9A-F3CF-19CC06B5EF45}"/>
              </a:ext>
            </a:extLst>
          </p:cNvPr>
          <p:cNvSpPr/>
          <p:nvPr/>
        </p:nvSpPr>
        <p:spPr>
          <a:xfrm>
            <a:off x="7645400" y="3837364"/>
            <a:ext cx="1143000" cy="533400"/>
          </a:xfrm>
          <a:prstGeom prst="rect">
            <a:avLst/>
          </a:prstGeom>
          <a:solidFill>
            <a:srgbClr val="C86982"/>
          </a:solidFill>
          <a:ln/>
        </p:spPr>
        <p:txBody>
          <a:bodyPr anchor="ctr"/>
          <a:lstStyle/>
          <a:p>
            <a:pPr algn="ctr">
              <a:buNone/>
            </a:pPr>
            <a:r>
              <a:rPr lang="en-US" sz="800" dirty="0">
                <a:solidFill>
                  <a:srgbClr val="FFFFFF"/>
                </a:solidFill>
              </a:rPr>
              <a:t>200,105,130</a:t>
            </a:r>
          </a:p>
          <a:p>
            <a:pPr algn="ctr">
              <a:buNone/>
            </a:pPr>
            <a:r>
              <a:rPr lang="en-US" sz="800" dirty="0">
                <a:solidFill>
                  <a:srgbClr val="FFFFFF"/>
                </a:solidFill>
              </a:rPr>
              <a:t>#C86982</a:t>
            </a:r>
          </a:p>
        </p:txBody>
      </p:sp>
      <p:sp>
        <p:nvSpPr>
          <p:cNvPr id="31" name="swatch-txt2">
            <a:extLst>
              <a:ext uri="{FF2B5EF4-FFF2-40B4-BE49-F238E27FC236}">
                <a16:creationId xmlns:a16="http://schemas.microsoft.com/office/drawing/2014/main" id="{3C42C212-6D3B-DE18-0DAD-B535592714C9}"/>
              </a:ext>
            </a:extLst>
          </p:cNvPr>
          <p:cNvSpPr/>
          <p:nvPr/>
        </p:nvSpPr>
        <p:spPr>
          <a:xfrm>
            <a:off x="1554163" y="3837364"/>
            <a:ext cx="1143000" cy="533400"/>
          </a:xfrm>
          <a:prstGeom prst="rect">
            <a:avLst/>
          </a:prstGeom>
          <a:solidFill>
            <a:srgbClr val="6C8BAD"/>
          </a:solidFill>
          <a:ln w="28575">
            <a:solidFill>
              <a:schemeClr val="bg1">
                <a:lumMod val="75000"/>
              </a:schemeClr>
            </a:solidFill>
            <a:prstDash val="solid"/>
          </a:ln>
        </p:spPr>
        <p:txBody>
          <a:bodyPr anchor="ctr"/>
          <a:lstStyle/>
          <a:p>
            <a:pPr algn="ctr">
              <a:buNone/>
            </a:pPr>
            <a:r>
              <a:rPr lang="en-US" sz="800" dirty="0">
                <a:solidFill>
                  <a:srgbClr val="FFFFFF"/>
                </a:solidFill>
              </a:rPr>
              <a:t>108,139,173</a:t>
            </a:r>
          </a:p>
          <a:p>
            <a:pPr algn="ctr">
              <a:buNone/>
            </a:pPr>
            <a:r>
              <a:rPr lang="en-US" sz="800" dirty="0">
                <a:solidFill>
                  <a:srgbClr val="FFFFFF"/>
                </a:solidFill>
              </a:rPr>
              <a:t>#6C8BAD</a:t>
            </a:r>
          </a:p>
        </p:txBody>
      </p:sp>
      <p:sp>
        <p:nvSpPr>
          <p:cNvPr id="32" name="swatch-bg2">
            <a:extLst>
              <a:ext uri="{FF2B5EF4-FFF2-40B4-BE49-F238E27FC236}">
                <a16:creationId xmlns:a16="http://schemas.microsoft.com/office/drawing/2014/main" id="{85198383-C27C-A4B4-064D-246D2C450B38}"/>
              </a:ext>
            </a:extLst>
          </p:cNvPr>
          <p:cNvSpPr/>
          <p:nvPr/>
        </p:nvSpPr>
        <p:spPr>
          <a:xfrm>
            <a:off x="334963" y="3837364"/>
            <a:ext cx="1143000" cy="533400"/>
          </a:xfrm>
          <a:prstGeom prst="rect">
            <a:avLst/>
          </a:prstGeom>
          <a:solidFill>
            <a:srgbClr val="F1F4F6"/>
          </a:solidFill>
          <a:ln w="9525"/>
        </p:spPr>
        <p:txBody>
          <a:bodyPr anchor="ctr"/>
          <a:lstStyle/>
          <a:p>
            <a:pPr algn="ctr">
              <a:buNone/>
            </a:pPr>
            <a:r>
              <a:rPr lang="en-US" sz="800" dirty="0">
                <a:solidFill>
                  <a:srgbClr val="2E3F52"/>
                </a:solidFill>
              </a:rPr>
              <a:t>241,244,246</a:t>
            </a:r>
          </a:p>
          <a:p>
            <a:pPr algn="ctr">
              <a:buNone/>
            </a:pPr>
            <a:r>
              <a:rPr lang="en-US" sz="800" dirty="0">
                <a:solidFill>
                  <a:srgbClr val="2E3F52"/>
                </a:solidFill>
              </a:rPr>
              <a:t>#F1F4F6</a:t>
            </a:r>
          </a:p>
        </p:txBody>
      </p:sp>
      <p:sp>
        <p:nvSpPr>
          <p:cNvPr id="33" name="swatch-navy">
            <a:extLst>
              <a:ext uri="{FF2B5EF4-FFF2-40B4-BE49-F238E27FC236}">
                <a16:creationId xmlns:a16="http://schemas.microsoft.com/office/drawing/2014/main" id="{9641B94C-F2E1-70C2-AC37-A8FB151E8026}"/>
              </a:ext>
            </a:extLst>
          </p:cNvPr>
          <p:cNvSpPr/>
          <p:nvPr/>
        </p:nvSpPr>
        <p:spPr>
          <a:xfrm>
            <a:off x="2773363" y="4430729"/>
            <a:ext cx="1143000" cy="533400"/>
          </a:xfrm>
          <a:prstGeom prst="rect">
            <a:avLst/>
          </a:prstGeom>
          <a:solidFill>
            <a:srgbClr val="001848"/>
          </a:solidFill>
          <a:ln w="28575">
            <a:solidFill>
              <a:schemeClr val="bg1">
                <a:lumMod val="75000"/>
              </a:schemeClr>
            </a:solidFill>
            <a:prstDash val="solid"/>
          </a:ln>
        </p:spPr>
        <p:txBody>
          <a:bodyPr anchor="ctr"/>
          <a:lstStyle/>
          <a:p>
            <a:pPr algn="ctr">
              <a:buNone/>
            </a:pPr>
            <a:r>
              <a:rPr lang="en-US" sz="800" dirty="0">
                <a:solidFill>
                  <a:srgbClr val="FFFFFF"/>
                </a:solidFill>
              </a:rPr>
              <a:t>0,24,72</a:t>
            </a:r>
          </a:p>
          <a:p>
            <a:pPr algn="ctr">
              <a:buNone/>
            </a:pPr>
            <a:r>
              <a:rPr lang="en-US" sz="800" dirty="0">
                <a:solidFill>
                  <a:srgbClr val="FFFFFF"/>
                </a:solidFill>
              </a:rPr>
              <a:t>#001848</a:t>
            </a:r>
          </a:p>
        </p:txBody>
      </p:sp>
      <p:sp>
        <p:nvSpPr>
          <p:cNvPr id="34" name="swatch-gold-a2">
            <a:extLst>
              <a:ext uri="{FF2B5EF4-FFF2-40B4-BE49-F238E27FC236}">
                <a16:creationId xmlns:a16="http://schemas.microsoft.com/office/drawing/2014/main" id="{00FAA538-ACDC-3CC6-F460-C99802F000DA}"/>
              </a:ext>
            </a:extLst>
          </p:cNvPr>
          <p:cNvSpPr/>
          <p:nvPr/>
        </p:nvSpPr>
        <p:spPr>
          <a:xfrm>
            <a:off x="5207000" y="4430729"/>
            <a:ext cx="1143000" cy="533400"/>
          </a:xfrm>
          <a:prstGeom prst="rect">
            <a:avLst/>
          </a:prstGeom>
          <a:solidFill>
            <a:srgbClr val="454545"/>
          </a:solidFill>
          <a:ln/>
        </p:spPr>
        <p:txBody>
          <a:bodyPr anchor="ctr"/>
          <a:lstStyle/>
          <a:p>
            <a:pPr algn="ctr">
              <a:buNone/>
            </a:pPr>
            <a:r>
              <a:rPr lang="en-US" sz="800" dirty="0">
                <a:solidFill>
                  <a:srgbClr val="FFFFFF"/>
                </a:solidFill>
              </a:rPr>
              <a:t>69,69,69</a:t>
            </a:r>
          </a:p>
          <a:p>
            <a:pPr algn="ctr">
              <a:buNone/>
            </a:pPr>
            <a:r>
              <a:rPr lang="en-US" sz="800" dirty="0">
                <a:solidFill>
                  <a:srgbClr val="FFFFFF"/>
                </a:solidFill>
              </a:rPr>
              <a:t>#454545</a:t>
            </a:r>
          </a:p>
        </p:txBody>
      </p:sp>
      <p:sp>
        <p:nvSpPr>
          <p:cNvPr id="35" name="swatch-darkgrey-a3">
            <a:extLst>
              <a:ext uri="{FF2B5EF4-FFF2-40B4-BE49-F238E27FC236}">
                <a16:creationId xmlns:a16="http://schemas.microsoft.com/office/drawing/2014/main" id="{79FF80A3-1506-0BAC-C269-5E2DF7942977}"/>
              </a:ext>
            </a:extLst>
          </p:cNvPr>
          <p:cNvSpPr/>
          <p:nvPr/>
        </p:nvSpPr>
        <p:spPr>
          <a:xfrm>
            <a:off x="6426200" y="4430729"/>
            <a:ext cx="1143000" cy="533400"/>
          </a:xfrm>
          <a:prstGeom prst="rect">
            <a:avLst/>
          </a:prstGeom>
          <a:solidFill>
            <a:srgbClr val="767676"/>
          </a:solidFill>
          <a:ln/>
        </p:spPr>
        <p:txBody>
          <a:bodyPr anchor="ctr"/>
          <a:lstStyle/>
          <a:p>
            <a:pPr algn="ctr">
              <a:buNone/>
            </a:pPr>
            <a:r>
              <a:rPr lang="en-US" sz="800" dirty="0">
                <a:solidFill>
                  <a:srgbClr val="FFFFFF"/>
                </a:solidFill>
              </a:rPr>
              <a:t>118,118,118</a:t>
            </a:r>
          </a:p>
          <a:p>
            <a:pPr algn="ctr">
              <a:buNone/>
            </a:pPr>
            <a:r>
              <a:rPr lang="en-US" sz="800" dirty="0">
                <a:solidFill>
                  <a:srgbClr val="FFFFFF"/>
                </a:solidFill>
              </a:rPr>
              <a:t>#767676</a:t>
            </a:r>
          </a:p>
        </p:txBody>
      </p:sp>
      <p:sp>
        <p:nvSpPr>
          <p:cNvPr id="36" name="swatch-midgrey-a4">
            <a:extLst>
              <a:ext uri="{FF2B5EF4-FFF2-40B4-BE49-F238E27FC236}">
                <a16:creationId xmlns:a16="http://schemas.microsoft.com/office/drawing/2014/main" id="{E0280990-19AA-B422-1FE2-1F0E1035096D}"/>
              </a:ext>
            </a:extLst>
          </p:cNvPr>
          <p:cNvSpPr/>
          <p:nvPr/>
        </p:nvSpPr>
        <p:spPr>
          <a:xfrm>
            <a:off x="7645400" y="4430729"/>
            <a:ext cx="1143000" cy="533400"/>
          </a:xfrm>
          <a:prstGeom prst="rect">
            <a:avLst/>
          </a:prstGeom>
          <a:solidFill>
            <a:srgbClr val="5C2231"/>
          </a:solidFill>
          <a:ln/>
        </p:spPr>
        <p:txBody>
          <a:bodyPr anchor="ctr"/>
          <a:lstStyle/>
          <a:p>
            <a:pPr algn="ctr">
              <a:buNone/>
            </a:pPr>
            <a:r>
              <a:rPr lang="en-US" sz="800" dirty="0">
                <a:solidFill>
                  <a:srgbClr val="FFFFFF"/>
                </a:solidFill>
              </a:rPr>
              <a:t>92,34,49</a:t>
            </a:r>
          </a:p>
          <a:p>
            <a:pPr algn="ctr">
              <a:buNone/>
            </a:pPr>
            <a:r>
              <a:rPr lang="en-US" sz="800" dirty="0">
                <a:solidFill>
                  <a:srgbClr val="FFFFFF"/>
                </a:solidFill>
              </a:rPr>
              <a:t>#5C2231</a:t>
            </a:r>
          </a:p>
        </p:txBody>
      </p:sp>
      <p:sp>
        <p:nvSpPr>
          <p:cNvPr id="37" name="swatch-txt2">
            <a:extLst>
              <a:ext uri="{FF2B5EF4-FFF2-40B4-BE49-F238E27FC236}">
                <a16:creationId xmlns:a16="http://schemas.microsoft.com/office/drawing/2014/main" id="{44CF6161-2A73-BBE0-DCF9-6E4B96CB9728}"/>
              </a:ext>
            </a:extLst>
          </p:cNvPr>
          <p:cNvSpPr/>
          <p:nvPr/>
        </p:nvSpPr>
        <p:spPr>
          <a:xfrm>
            <a:off x="1554163" y="4430729"/>
            <a:ext cx="1143000" cy="533400"/>
          </a:xfrm>
          <a:prstGeom prst="rect">
            <a:avLst/>
          </a:prstGeom>
          <a:solidFill>
            <a:srgbClr val="222F3E"/>
          </a:solidFill>
          <a:ln/>
        </p:spPr>
        <p:txBody>
          <a:bodyPr anchor="ctr"/>
          <a:lstStyle/>
          <a:p>
            <a:pPr algn="ctr">
              <a:buNone/>
            </a:pPr>
            <a:r>
              <a:rPr lang="en-US" sz="800" dirty="0">
                <a:solidFill>
                  <a:srgbClr val="FFFFFF"/>
                </a:solidFill>
              </a:rPr>
              <a:t>34,47,62</a:t>
            </a:r>
          </a:p>
          <a:p>
            <a:pPr algn="ctr">
              <a:buNone/>
            </a:pPr>
            <a:r>
              <a:rPr lang="en-US" sz="800" dirty="0">
                <a:solidFill>
                  <a:srgbClr val="FFFFFF"/>
                </a:solidFill>
              </a:rPr>
              <a:t>#222F3E</a:t>
            </a:r>
          </a:p>
        </p:txBody>
      </p:sp>
      <p:sp>
        <p:nvSpPr>
          <p:cNvPr id="38" name="swatch-bg2">
            <a:extLst>
              <a:ext uri="{FF2B5EF4-FFF2-40B4-BE49-F238E27FC236}">
                <a16:creationId xmlns:a16="http://schemas.microsoft.com/office/drawing/2014/main" id="{535094A6-820C-0355-BCBB-A9902027D84C}"/>
              </a:ext>
            </a:extLst>
          </p:cNvPr>
          <p:cNvSpPr/>
          <p:nvPr/>
        </p:nvSpPr>
        <p:spPr>
          <a:xfrm>
            <a:off x="334963" y="4430729"/>
            <a:ext cx="1143000" cy="533400"/>
          </a:xfrm>
          <a:prstGeom prst="rect">
            <a:avLst/>
          </a:prstGeom>
          <a:solidFill>
            <a:srgbClr val="A1B1C1"/>
          </a:solidFill>
          <a:ln w="9525"/>
        </p:spPr>
        <p:txBody>
          <a:bodyPr anchor="ctr"/>
          <a:lstStyle/>
          <a:p>
            <a:pPr algn="ctr">
              <a:buNone/>
            </a:pPr>
            <a:r>
              <a:rPr lang="en-US" sz="800" dirty="0">
                <a:solidFill>
                  <a:srgbClr val="2E3F52"/>
                </a:solidFill>
              </a:rPr>
              <a:t>161,177,193</a:t>
            </a:r>
          </a:p>
          <a:p>
            <a:pPr algn="ctr">
              <a:buNone/>
            </a:pPr>
            <a:r>
              <a:rPr lang="en-US" sz="800" dirty="0">
                <a:solidFill>
                  <a:srgbClr val="2E3F52"/>
                </a:solidFill>
              </a:rPr>
              <a:t>#A1B1C1</a:t>
            </a:r>
          </a:p>
        </p:txBody>
      </p:sp>
      <p:sp>
        <p:nvSpPr>
          <p:cNvPr id="39" name="swatch-navy">
            <a:extLst>
              <a:ext uri="{FF2B5EF4-FFF2-40B4-BE49-F238E27FC236}">
                <a16:creationId xmlns:a16="http://schemas.microsoft.com/office/drawing/2014/main" id="{6C96EED6-EA73-97AB-29E4-D7508237234D}"/>
              </a:ext>
            </a:extLst>
          </p:cNvPr>
          <p:cNvSpPr/>
          <p:nvPr/>
        </p:nvSpPr>
        <p:spPr>
          <a:xfrm>
            <a:off x="2773363" y="5024094"/>
            <a:ext cx="1143000" cy="533400"/>
          </a:xfrm>
          <a:prstGeom prst="rect">
            <a:avLst/>
          </a:prstGeom>
          <a:solidFill>
            <a:srgbClr val="001030"/>
          </a:solidFill>
          <a:ln/>
        </p:spPr>
        <p:txBody>
          <a:bodyPr anchor="ctr"/>
          <a:lstStyle/>
          <a:p>
            <a:pPr algn="ctr">
              <a:buNone/>
            </a:pPr>
            <a:r>
              <a:rPr lang="en-US" sz="800" dirty="0">
                <a:solidFill>
                  <a:srgbClr val="FFFFFF"/>
                </a:solidFill>
              </a:rPr>
              <a:t>0,16,48</a:t>
            </a:r>
          </a:p>
          <a:p>
            <a:pPr algn="ctr">
              <a:buNone/>
            </a:pPr>
            <a:r>
              <a:rPr lang="en-US" sz="800" dirty="0">
                <a:solidFill>
                  <a:srgbClr val="FFFFFF"/>
                </a:solidFill>
              </a:rPr>
              <a:t>#001030</a:t>
            </a:r>
          </a:p>
        </p:txBody>
      </p:sp>
      <p:sp>
        <p:nvSpPr>
          <p:cNvPr id="40" name="swatch-gold-a2">
            <a:extLst>
              <a:ext uri="{FF2B5EF4-FFF2-40B4-BE49-F238E27FC236}">
                <a16:creationId xmlns:a16="http://schemas.microsoft.com/office/drawing/2014/main" id="{35CA993D-AE00-61AC-96CA-4A1A61573B66}"/>
              </a:ext>
            </a:extLst>
          </p:cNvPr>
          <p:cNvSpPr/>
          <p:nvPr/>
        </p:nvSpPr>
        <p:spPr>
          <a:xfrm>
            <a:off x="5207000" y="5024094"/>
            <a:ext cx="1143000" cy="533400"/>
          </a:xfrm>
          <a:prstGeom prst="rect">
            <a:avLst/>
          </a:prstGeom>
          <a:solidFill>
            <a:srgbClr val="2E2E2E"/>
          </a:solidFill>
          <a:ln/>
        </p:spPr>
        <p:txBody>
          <a:bodyPr anchor="ctr"/>
          <a:lstStyle/>
          <a:p>
            <a:pPr algn="ctr">
              <a:buNone/>
            </a:pPr>
            <a:r>
              <a:rPr lang="en-US" sz="800" dirty="0">
                <a:solidFill>
                  <a:srgbClr val="FFFFFF"/>
                </a:solidFill>
              </a:rPr>
              <a:t>46,46,46</a:t>
            </a:r>
          </a:p>
          <a:p>
            <a:pPr algn="ctr">
              <a:buNone/>
            </a:pPr>
            <a:r>
              <a:rPr lang="en-US" sz="800" dirty="0">
                <a:solidFill>
                  <a:srgbClr val="FFFFFF"/>
                </a:solidFill>
              </a:rPr>
              <a:t>#2E2E2E</a:t>
            </a:r>
          </a:p>
        </p:txBody>
      </p:sp>
      <p:sp>
        <p:nvSpPr>
          <p:cNvPr id="41" name="swatch-darkgrey-a3">
            <a:extLst>
              <a:ext uri="{FF2B5EF4-FFF2-40B4-BE49-F238E27FC236}">
                <a16:creationId xmlns:a16="http://schemas.microsoft.com/office/drawing/2014/main" id="{8CC3604C-31F6-3CD3-31ED-360C2ADDA55B}"/>
              </a:ext>
            </a:extLst>
          </p:cNvPr>
          <p:cNvSpPr/>
          <p:nvPr/>
        </p:nvSpPr>
        <p:spPr>
          <a:xfrm>
            <a:off x="6426200" y="5024094"/>
            <a:ext cx="1143000" cy="533400"/>
          </a:xfrm>
          <a:prstGeom prst="rect">
            <a:avLst/>
          </a:prstGeom>
          <a:solidFill>
            <a:srgbClr val="4F4F4F"/>
          </a:solidFill>
          <a:ln/>
        </p:spPr>
        <p:txBody>
          <a:bodyPr anchor="ctr"/>
          <a:lstStyle/>
          <a:p>
            <a:pPr algn="ctr">
              <a:buNone/>
            </a:pPr>
            <a:r>
              <a:rPr lang="en-US" sz="800" dirty="0">
                <a:solidFill>
                  <a:srgbClr val="FFFFFF"/>
                </a:solidFill>
              </a:rPr>
              <a:t>79,79,79</a:t>
            </a:r>
          </a:p>
          <a:p>
            <a:pPr algn="ctr">
              <a:buNone/>
            </a:pPr>
            <a:r>
              <a:rPr lang="en-US" sz="800" dirty="0">
                <a:solidFill>
                  <a:srgbClr val="FFFFFF"/>
                </a:solidFill>
              </a:rPr>
              <a:t>#4F4F4F</a:t>
            </a:r>
          </a:p>
        </p:txBody>
      </p:sp>
      <p:sp>
        <p:nvSpPr>
          <p:cNvPr id="42" name="swatch-midgrey-a4">
            <a:extLst>
              <a:ext uri="{FF2B5EF4-FFF2-40B4-BE49-F238E27FC236}">
                <a16:creationId xmlns:a16="http://schemas.microsoft.com/office/drawing/2014/main" id="{68E6B89E-1EFF-9338-58C4-EA8CE605FFE5}"/>
              </a:ext>
            </a:extLst>
          </p:cNvPr>
          <p:cNvSpPr/>
          <p:nvPr/>
        </p:nvSpPr>
        <p:spPr>
          <a:xfrm>
            <a:off x="7645400" y="5024094"/>
            <a:ext cx="1143000" cy="533400"/>
          </a:xfrm>
          <a:prstGeom prst="rect">
            <a:avLst/>
          </a:prstGeom>
          <a:solidFill>
            <a:srgbClr val="3E1621"/>
          </a:solidFill>
          <a:ln/>
        </p:spPr>
        <p:txBody>
          <a:bodyPr anchor="ctr"/>
          <a:lstStyle/>
          <a:p>
            <a:pPr algn="ctr">
              <a:buNone/>
            </a:pPr>
            <a:r>
              <a:rPr lang="en-US" sz="800" dirty="0">
                <a:solidFill>
                  <a:srgbClr val="FFFFFF"/>
                </a:solidFill>
              </a:rPr>
              <a:t>62,22,33</a:t>
            </a:r>
          </a:p>
          <a:p>
            <a:pPr algn="ctr">
              <a:buNone/>
            </a:pPr>
            <a:r>
              <a:rPr lang="en-US" sz="800" dirty="0">
                <a:solidFill>
                  <a:srgbClr val="FFFFFF"/>
                </a:solidFill>
              </a:rPr>
              <a:t>#3E1621</a:t>
            </a:r>
          </a:p>
        </p:txBody>
      </p:sp>
      <p:sp>
        <p:nvSpPr>
          <p:cNvPr id="43" name="swatch-txt2">
            <a:extLst>
              <a:ext uri="{FF2B5EF4-FFF2-40B4-BE49-F238E27FC236}">
                <a16:creationId xmlns:a16="http://schemas.microsoft.com/office/drawing/2014/main" id="{C4EAB55D-5F34-73F6-9CC3-C5411A63BB1A}"/>
              </a:ext>
            </a:extLst>
          </p:cNvPr>
          <p:cNvSpPr/>
          <p:nvPr/>
        </p:nvSpPr>
        <p:spPr>
          <a:xfrm>
            <a:off x="1554163" y="5024094"/>
            <a:ext cx="1143000" cy="533400"/>
          </a:xfrm>
          <a:prstGeom prst="rect">
            <a:avLst/>
          </a:prstGeom>
          <a:solidFill>
            <a:srgbClr val="172029"/>
          </a:solidFill>
          <a:ln/>
        </p:spPr>
        <p:txBody>
          <a:bodyPr anchor="ctr"/>
          <a:lstStyle/>
          <a:p>
            <a:pPr algn="ctr">
              <a:buNone/>
            </a:pPr>
            <a:r>
              <a:rPr lang="en-US" sz="800" dirty="0">
                <a:solidFill>
                  <a:srgbClr val="FFFFFF"/>
                </a:solidFill>
              </a:rPr>
              <a:t>23,32,41</a:t>
            </a:r>
          </a:p>
          <a:p>
            <a:pPr algn="ctr">
              <a:buNone/>
            </a:pPr>
            <a:r>
              <a:rPr lang="en-US" sz="800" dirty="0">
                <a:solidFill>
                  <a:srgbClr val="FFFFFF"/>
                </a:solidFill>
              </a:rPr>
              <a:t>#172029</a:t>
            </a:r>
          </a:p>
        </p:txBody>
      </p:sp>
      <p:sp>
        <p:nvSpPr>
          <p:cNvPr id="44" name="swatch-bg2">
            <a:extLst>
              <a:ext uri="{FF2B5EF4-FFF2-40B4-BE49-F238E27FC236}">
                <a16:creationId xmlns:a16="http://schemas.microsoft.com/office/drawing/2014/main" id="{D18621F3-AE12-0028-A9C5-CB4A74E0A60C}"/>
              </a:ext>
            </a:extLst>
          </p:cNvPr>
          <p:cNvSpPr/>
          <p:nvPr/>
        </p:nvSpPr>
        <p:spPr>
          <a:xfrm>
            <a:off x="334963" y="5024094"/>
            <a:ext cx="1143000" cy="533400"/>
          </a:xfrm>
          <a:prstGeom prst="rect">
            <a:avLst/>
          </a:prstGeom>
          <a:solidFill>
            <a:srgbClr val="5D768F"/>
          </a:solidFill>
          <a:ln w="9525"/>
        </p:spPr>
        <p:txBody>
          <a:bodyPr anchor="ctr"/>
          <a:lstStyle/>
          <a:p>
            <a:pPr algn="ctr">
              <a:buNone/>
            </a:pPr>
            <a:r>
              <a:rPr lang="en-US" sz="800" dirty="0">
                <a:solidFill>
                  <a:srgbClr val="FFFFFF"/>
                </a:solidFill>
              </a:rPr>
              <a:t>93,118,143</a:t>
            </a:r>
          </a:p>
          <a:p>
            <a:pPr algn="ctr">
              <a:buNone/>
            </a:pPr>
            <a:r>
              <a:rPr lang="en-US" sz="800" dirty="0">
                <a:solidFill>
                  <a:srgbClr val="FFFFFF"/>
                </a:solidFill>
              </a:rPr>
              <a:t>#5D768F</a:t>
            </a:r>
          </a:p>
        </p:txBody>
      </p:sp>
      <p:sp>
        <p:nvSpPr>
          <p:cNvPr id="45" name="swatch-steel-a5"/>
          <p:cNvSpPr>
            <a:spLocks noGrp="1"/>
          </p:cNvSpPr>
          <p:nvPr/>
        </p:nvSpPr>
        <p:spPr>
          <a:xfrm>
            <a:off x="3987800" y="1778000"/>
            <a:ext cx="1143000" cy="533400"/>
          </a:xfrm>
          <a:prstGeom prst="rect">
            <a:avLst/>
          </a:prstGeom>
          <a:solidFill>
            <a:srgbClr val="0C488C"/>
          </a:solidFill>
          <a:ln>
            <a:noFill/>
          </a:ln>
        </p:spPr>
        <p:txBody>
          <a:bodyPr vert="horz" wrap="square" rtlCol="0" anchor="ctr">
            <a:normAutofit/>
          </a:bodyPr>
          <a:lstStyle/>
          <a:p>
            <a:pPr algn="ctr">
              <a:buNone/>
            </a:pPr>
            <a:r>
              <a:rPr lang="en-US" sz="800" b="1" dirty="0">
                <a:solidFill>
                  <a:srgbClr val="FFFFFF"/>
                </a:solidFill>
              </a:rPr>
              <a:t>Steel Blue</a:t>
            </a:r>
          </a:p>
          <a:p>
            <a:pPr algn="ctr">
              <a:buNone/>
            </a:pPr>
            <a:r>
              <a:rPr lang="en-US" sz="800" dirty="0">
                <a:solidFill>
                  <a:srgbClr val="FFFFFF"/>
                </a:solidFill>
              </a:rPr>
              <a:t>12,72,140</a:t>
            </a:r>
          </a:p>
          <a:p>
            <a:pPr algn="ctr">
              <a:buNone/>
            </a:pPr>
            <a:r>
              <a:rPr lang="en-US" sz="800" dirty="0">
                <a:solidFill>
                  <a:srgbClr val="FFFFFF"/>
                </a:solidFill>
              </a:rPr>
              <a:t>#0C488C</a:t>
            </a:r>
          </a:p>
        </p:txBody>
      </p:sp>
      <p:sp>
        <p:nvSpPr>
          <p:cNvPr id="46" name="swatch-steel-a5"/>
          <p:cNvSpPr>
            <a:spLocks noGrp="1"/>
          </p:cNvSpPr>
          <p:nvPr/>
        </p:nvSpPr>
        <p:spPr>
          <a:xfrm>
            <a:off x="3987800" y="2654300"/>
            <a:ext cx="1143000" cy="533400"/>
          </a:xfrm>
          <a:prstGeom prst="rect">
            <a:avLst/>
          </a:prstGeom>
          <a:solidFill>
            <a:srgbClr val="BDD9F9"/>
          </a:solidFill>
          <a:ln>
            <a:noFill/>
          </a:ln>
        </p:spPr>
        <p:txBody>
          <a:bodyPr vert="horz" wrap="square" rtlCol="0" anchor="ctr">
            <a:normAutofit/>
          </a:bodyPr>
          <a:lstStyle/>
          <a:p>
            <a:pPr algn="ctr">
              <a:buNone/>
            </a:pPr>
            <a:r>
              <a:rPr lang="en-US" sz="800" dirty="0">
                <a:solidFill>
                  <a:srgbClr val="2E3F52"/>
                </a:solidFill>
              </a:rPr>
              <a:t>189,217,249</a:t>
            </a:r>
          </a:p>
          <a:p>
            <a:pPr algn="ctr">
              <a:buNone/>
            </a:pPr>
            <a:r>
              <a:rPr lang="en-US" sz="800" dirty="0">
                <a:solidFill>
                  <a:srgbClr val="2E3F52"/>
                </a:solidFill>
              </a:rPr>
              <a:t>#BDD9F9</a:t>
            </a:r>
          </a:p>
        </p:txBody>
      </p:sp>
      <p:sp>
        <p:nvSpPr>
          <p:cNvPr id="47" name="swatch-steel-a5"/>
          <p:cNvSpPr>
            <a:spLocks noGrp="1"/>
          </p:cNvSpPr>
          <p:nvPr/>
        </p:nvSpPr>
        <p:spPr>
          <a:xfrm>
            <a:off x="3987800" y="3238500"/>
            <a:ext cx="1143000" cy="533400"/>
          </a:xfrm>
          <a:prstGeom prst="rect">
            <a:avLst/>
          </a:prstGeom>
          <a:solidFill>
            <a:srgbClr val="7BB4F4"/>
          </a:solidFill>
          <a:ln>
            <a:noFill/>
          </a:ln>
        </p:spPr>
        <p:txBody>
          <a:bodyPr vert="horz" wrap="square" rtlCol="0" anchor="ctr">
            <a:normAutofit/>
          </a:bodyPr>
          <a:lstStyle/>
          <a:p>
            <a:pPr algn="ctr">
              <a:buNone/>
            </a:pPr>
            <a:r>
              <a:rPr lang="en-US" sz="800" dirty="0">
                <a:solidFill>
                  <a:srgbClr val="2E3F52"/>
                </a:solidFill>
              </a:rPr>
              <a:t>123,180,244</a:t>
            </a:r>
          </a:p>
          <a:p>
            <a:pPr algn="ctr">
              <a:buNone/>
            </a:pPr>
            <a:r>
              <a:rPr lang="en-US" sz="800" dirty="0">
                <a:solidFill>
                  <a:srgbClr val="2E3F52"/>
                </a:solidFill>
              </a:rPr>
              <a:t>#7BB4F4</a:t>
            </a:r>
          </a:p>
        </p:txBody>
      </p:sp>
      <p:sp>
        <p:nvSpPr>
          <p:cNvPr id="48" name="swatch-steel-a5"/>
          <p:cNvSpPr>
            <a:spLocks noGrp="1"/>
          </p:cNvSpPr>
          <p:nvPr/>
        </p:nvSpPr>
        <p:spPr>
          <a:xfrm>
            <a:off x="3987800" y="3835400"/>
            <a:ext cx="1143000" cy="533400"/>
          </a:xfrm>
          <a:prstGeom prst="rect">
            <a:avLst/>
          </a:prstGeom>
          <a:solidFill>
            <a:srgbClr val="398EEE"/>
          </a:solidFill>
          <a:ln>
            <a:noFill/>
          </a:ln>
        </p:spPr>
        <p:txBody>
          <a:bodyPr vert="horz" wrap="square" rtlCol="0" anchor="ctr">
            <a:normAutofit/>
          </a:bodyPr>
          <a:lstStyle/>
          <a:p>
            <a:pPr algn="ctr">
              <a:buNone/>
            </a:pPr>
            <a:r>
              <a:rPr lang="en-US" sz="800" dirty="0">
                <a:solidFill>
                  <a:srgbClr val="FFFFFF"/>
                </a:solidFill>
              </a:rPr>
              <a:t>57,142,238</a:t>
            </a:r>
          </a:p>
          <a:p>
            <a:pPr algn="ctr">
              <a:buNone/>
            </a:pPr>
            <a:r>
              <a:rPr lang="en-US" sz="800" dirty="0">
                <a:solidFill>
                  <a:srgbClr val="FFFFFF"/>
                </a:solidFill>
              </a:rPr>
              <a:t>#398EEE</a:t>
            </a:r>
          </a:p>
        </p:txBody>
      </p:sp>
      <p:sp>
        <p:nvSpPr>
          <p:cNvPr id="49" name="swatch-steel-a5"/>
          <p:cNvSpPr>
            <a:spLocks noGrp="1"/>
          </p:cNvSpPr>
          <p:nvPr/>
        </p:nvSpPr>
        <p:spPr>
          <a:xfrm>
            <a:off x="3987800" y="4432300"/>
            <a:ext cx="1143000" cy="533400"/>
          </a:xfrm>
          <a:prstGeom prst="rect">
            <a:avLst/>
          </a:prstGeom>
          <a:solidFill>
            <a:srgbClr val="093669"/>
          </a:solidFill>
          <a:ln>
            <a:noFill/>
          </a:ln>
        </p:spPr>
        <p:txBody>
          <a:bodyPr vert="horz" wrap="square" rtlCol="0" anchor="ctr">
            <a:normAutofit/>
          </a:bodyPr>
          <a:lstStyle/>
          <a:p>
            <a:pPr algn="ctr">
              <a:buNone/>
            </a:pPr>
            <a:r>
              <a:rPr lang="en-US" sz="800" dirty="0">
                <a:solidFill>
                  <a:srgbClr val="FFFFFF"/>
                </a:solidFill>
              </a:rPr>
              <a:t>9,54,105</a:t>
            </a:r>
          </a:p>
          <a:p>
            <a:pPr algn="ctr">
              <a:buNone/>
            </a:pPr>
            <a:r>
              <a:rPr lang="en-US" sz="800" dirty="0">
                <a:solidFill>
                  <a:srgbClr val="FFFFFF"/>
                </a:solidFill>
              </a:rPr>
              <a:t>#093669</a:t>
            </a:r>
          </a:p>
        </p:txBody>
      </p:sp>
      <p:sp>
        <p:nvSpPr>
          <p:cNvPr id="50" name="swatch-steel-a5"/>
          <p:cNvSpPr>
            <a:spLocks noGrp="1"/>
          </p:cNvSpPr>
          <p:nvPr/>
        </p:nvSpPr>
        <p:spPr>
          <a:xfrm>
            <a:off x="3987800" y="5029200"/>
            <a:ext cx="1143000" cy="533400"/>
          </a:xfrm>
          <a:prstGeom prst="rect">
            <a:avLst/>
          </a:prstGeom>
          <a:solidFill>
            <a:srgbClr val="062446"/>
          </a:solidFill>
          <a:ln>
            <a:noFill/>
          </a:ln>
        </p:spPr>
        <p:txBody>
          <a:bodyPr vert="horz" wrap="square" rtlCol="0" anchor="ctr">
            <a:normAutofit/>
          </a:bodyPr>
          <a:lstStyle/>
          <a:p>
            <a:pPr algn="ctr">
              <a:buNone/>
            </a:pPr>
            <a:r>
              <a:rPr lang="en-US" sz="800" dirty="0">
                <a:solidFill>
                  <a:srgbClr val="FFFFFF"/>
                </a:solidFill>
              </a:rPr>
              <a:t>6,36,70</a:t>
            </a:r>
          </a:p>
          <a:p>
            <a:pPr algn="ctr">
              <a:buNone/>
            </a:pPr>
            <a:r>
              <a:rPr lang="en-US" sz="800" dirty="0">
                <a:solidFill>
                  <a:srgbClr val="FFFFFF"/>
                </a:solidFill>
              </a:rPr>
              <a:t>#062446</a:t>
            </a:r>
          </a:p>
        </p:txBody>
      </p:sp>
      <p:sp>
        <p:nvSpPr>
          <p:cNvPr id="2" name="swatch-txt2">
            <a:extLst>
              <a:ext uri="{FF2B5EF4-FFF2-40B4-BE49-F238E27FC236}">
                <a16:creationId xmlns:a16="http://schemas.microsoft.com/office/drawing/2014/main" id="{5DC5066B-B80F-5D0E-F255-CEDD27603B1C}"/>
              </a:ext>
            </a:extLst>
          </p:cNvPr>
          <p:cNvSpPr/>
          <p:nvPr/>
        </p:nvSpPr>
        <p:spPr>
          <a:xfrm>
            <a:off x="1554164" y="5981700"/>
            <a:ext cx="1143000" cy="372600"/>
          </a:xfrm>
          <a:prstGeom prst="rect">
            <a:avLst/>
          </a:prstGeom>
          <a:noFill/>
          <a:ln w="28575">
            <a:solidFill>
              <a:schemeClr val="bg1">
                <a:lumMod val="75000"/>
              </a:schemeClr>
            </a:solidFill>
            <a:prstDash val="solid"/>
          </a:ln>
        </p:spPr>
        <p:txBody>
          <a:bodyPr anchor="ctr"/>
          <a:lstStyle/>
          <a:p>
            <a:pPr algn="ctr">
              <a:buNone/>
            </a:pPr>
            <a:r>
              <a:rPr lang="en-US" dirty="0"/>
              <a:t>New sail </a:t>
            </a:r>
            <a:r>
              <a:rPr lang="en-US" dirty="0" err="1"/>
              <a:t>colours</a:t>
            </a:r>
            <a:endParaRPr lang="en-US" dirty="0"/>
          </a:p>
        </p:txBody>
      </p:sp>
      <p:sp>
        <p:nvSpPr>
          <p:cNvPr id="4" name="GOLD — CAGR badge">
            <a:extLst>
              <a:ext uri="{FF2B5EF4-FFF2-40B4-BE49-F238E27FC236}">
                <a16:creationId xmlns:a16="http://schemas.microsoft.com/office/drawing/2014/main" id="{C7EA9CC8-301F-D722-E280-A71B3689AF1E}"/>
              </a:ext>
            </a:extLst>
          </p:cNvPr>
          <p:cNvSpPr/>
          <p:nvPr/>
        </p:nvSpPr>
        <p:spPr>
          <a:xfrm>
            <a:off x="9869814" y="3149641"/>
            <a:ext cx="864000" cy="360000"/>
          </a:xfrm>
          <a:prstGeom prst="ellipse">
            <a:avLst/>
          </a:prstGeom>
          <a:solidFill>
            <a:srgbClr val="C8A84B"/>
          </a:solidFill>
          <a:ln>
            <a:noFill/>
          </a:ln>
        </p:spPr>
        <p:txBody>
          <a:bodyPr lIns="0" tIns="0" rIns="0" bIns="0" anchor="ctr"/>
          <a:lstStyle/>
          <a:p>
            <a:pPr algn="ctr"/>
            <a:r>
              <a:rPr lang="en-GB" b="1" dirty="0">
                <a:solidFill>
                  <a:srgbClr val="002060"/>
                </a:solidFill>
                <a:latin typeface="Calibri"/>
              </a:rPr>
              <a:t>+24.2% CAGR</a:t>
            </a:r>
          </a:p>
        </p:txBody>
      </p:sp>
      <p:sp>
        <p:nvSpPr>
          <p:cNvPr id="5" name="GOLD — Sensitivity highlight cell">
            <a:extLst>
              <a:ext uri="{FF2B5EF4-FFF2-40B4-BE49-F238E27FC236}">
                <a16:creationId xmlns:a16="http://schemas.microsoft.com/office/drawing/2014/main" id="{D2A51AE1-0F95-8746-44C4-F01501B03365}"/>
              </a:ext>
            </a:extLst>
          </p:cNvPr>
          <p:cNvSpPr/>
          <p:nvPr/>
        </p:nvSpPr>
        <p:spPr>
          <a:xfrm>
            <a:off x="9869814" y="2650634"/>
            <a:ext cx="864000" cy="360000"/>
          </a:xfrm>
          <a:prstGeom prst="rect">
            <a:avLst/>
          </a:prstGeom>
          <a:solidFill>
            <a:srgbClr val="C8A84B"/>
          </a:solidFill>
          <a:ln w="9525">
            <a:solidFill>
              <a:srgbClr val="FFFFFF"/>
            </a:solidFill>
          </a:ln>
        </p:spPr>
        <p:txBody>
          <a:bodyPr lIns="0" tIns="0" rIns="0" bIns="0" anchor="ctr"/>
          <a:lstStyle/>
          <a:p>
            <a:pPr algn="ctr"/>
            <a:r>
              <a:rPr lang="en-GB" b="1" dirty="0">
                <a:solidFill>
                  <a:srgbClr val="002060"/>
                </a:solidFill>
                <a:latin typeface="Calibri"/>
              </a:rPr>
              <a:t>3.0x</a:t>
            </a:r>
          </a:p>
        </p:txBody>
      </p:sp>
      <p:sp>
        <p:nvSpPr>
          <p:cNvPr id="51" name="swatch-gold">
            <a:extLst>
              <a:ext uri="{FF2B5EF4-FFF2-40B4-BE49-F238E27FC236}">
                <a16:creationId xmlns:a16="http://schemas.microsoft.com/office/drawing/2014/main" id="{A0D80530-759C-CE1D-D9DD-3C5CD871674D}"/>
              </a:ext>
            </a:extLst>
          </p:cNvPr>
          <p:cNvSpPr/>
          <p:nvPr/>
        </p:nvSpPr>
        <p:spPr>
          <a:xfrm>
            <a:off x="9730314" y="1784321"/>
            <a:ext cx="1143000" cy="533400"/>
          </a:xfrm>
          <a:prstGeom prst="rect">
            <a:avLst/>
          </a:prstGeom>
          <a:solidFill>
            <a:srgbClr val="C8A84B"/>
          </a:solidFill>
          <a:ln w="9525">
            <a:solidFill>
              <a:srgbClr val="FFFFFF"/>
            </a:solidFill>
          </a:ln>
        </p:spPr>
        <p:txBody>
          <a:bodyPr lIns="0" tIns="0" rIns="0" bIns="0" anchor="ctr"/>
          <a:lstStyle/>
          <a:p>
            <a:pPr algn="ctr"/>
            <a:r>
              <a:rPr lang="en-GB" sz="800" b="1" dirty="0">
                <a:solidFill>
                  <a:srgbClr val="002060"/>
                </a:solidFill>
                <a:latin typeface="Calibri"/>
              </a:rPr>
              <a:t>Gold</a:t>
            </a:r>
          </a:p>
          <a:p>
            <a:pPr algn="ctr"/>
            <a:r>
              <a:rPr lang="en-GB" sz="800" dirty="0">
                <a:solidFill>
                  <a:srgbClr val="002060"/>
                </a:solidFill>
                <a:latin typeface="Calibri"/>
              </a:rPr>
              <a:t>200/168/75
#C8A84B</a:t>
            </a:r>
          </a:p>
        </p:txBody>
      </p:sp>
      <p:sp>
        <p:nvSpPr>
          <p:cNvPr id="53" name="swatch-midgrey-a4">
            <a:extLst>
              <a:ext uri="{FF2B5EF4-FFF2-40B4-BE49-F238E27FC236}">
                <a16:creationId xmlns:a16="http://schemas.microsoft.com/office/drawing/2014/main" id="{03B03AEE-DCA0-3CC6-9B70-C9AFA9684215}"/>
              </a:ext>
            </a:extLst>
          </p:cNvPr>
          <p:cNvSpPr/>
          <p:nvPr/>
        </p:nvSpPr>
        <p:spPr>
          <a:xfrm>
            <a:off x="9730314" y="1623151"/>
            <a:ext cx="1143000" cy="179168"/>
          </a:xfrm>
          <a:prstGeom prst="rect">
            <a:avLst/>
          </a:prstGeom>
          <a:noFill/>
          <a:ln>
            <a:noFill/>
          </a:ln>
        </p:spPr>
        <p:txBody>
          <a:bodyPr anchor="ctr"/>
          <a:lstStyle/>
          <a:p>
            <a:pPr algn="ctr">
              <a:buNone/>
            </a:pPr>
            <a:r>
              <a:rPr lang="en-US" sz="800" b="1" dirty="0"/>
              <a:t>Accents</a:t>
            </a:r>
            <a:endParaRPr lang="en-US" sz="800" dirty="0"/>
          </a:p>
        </p:txBody>
      </p:sp>
      <p:sp>
        <p:nvSpPr>
          <p:cNvPr id="55" name="Rectangle 54">
            <a:extLst>
              <a:ext uri="{FF2B5EF4-FFF2-40B4-BE49-F238E27FC236}">
                <a16:creationId xmlns:a16="http://schemas.microsoft.com/office/drawing/2014/main" id="{14A65A04-0B4C-4C40-C386-F32FDCAA7D79}"/>
              </a:ext>
            </a:extLst>
          </p:cNvPr>
          <p:cNvSpPr/>
          <p:nvPr/>
        </p:nvSpPr>
        <p:spPr>
          <a:xfrm>
            <a:off x="9190892" y="1623151"/>
            <a:ext cx="2260210" cy="4758599"/>
          </a:xfrm>
          <a:prstGeom prst="rect">
            <a:avLst/>
          </a:prstGeom>
          <a:no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l"/>
            <a:r>
              <a:rPr lang="en-GB" sz="1200" dirty="0">
                <a:solidFill>
                  <a:schemeClr val="tx1"/>
                </a:solidFill>
              </a:rPr>
              <a:t>Not for website</a:t>
            </a:r>
          </a:p>
        </p:txBody>
      </p:sp>
    </p:spTree>
    <p:extLst>
      <p:ext uri="{BB962C8B-B14F-4D97-AF65-F5344CB8AC3E}">
        <p14:creationId xmlns:p14="http://schemas.microsoft.com/office/powerpoint/2010/main" val="2345054051"/>
      </p:ext>
    </p:extLst>
  </p:cSld>
  <p:clrMapOvr>
    <a:masterClrMapping/>
  </p:clrMapOvr>
</p:sld>
</file>

<file path=ppt/theme/theme1.xml><?xml version="1.0" encoding="utf-8"?>
<a:theme xmlns:a="http://schemas.openxmlformats.org/drawingml/2006/main" name="Charcot_Plain">
  <a:themeElements>
    <a:clrScheme name="CharcotCapital">
      <a:dk1>
        <a:sysClr val="windowText" lastClr="000000"/>
      </a:dk1>
      <a:lt1>
        <a:sysClr val="window" lastClr="FFFFFF"/>
      </a:lt1>
      <a:dk2>
        <a:srgbClr val="2E3F52"/>
      </a:dk2>
      <a:lt2>
        <a:srgbClr val="E8ECF0"/>
      </a:lt2>
      <a:accent1>
        <a:srgbClr val="002060"/>
      </a:accent1>
      <a:accent2>
        <a:srgbClr val="0655A2"/>
      </a:accent2>
      <a:accent3>
        <a:srgbClr val="1FBCF3"/>
      </a:accent3>
      <a:accent4>
        <a:srgbClr val="7B2D42"/>
      </a:accent4>
      <a:accent5>
        <a:srgbClr val="002060"/>
      </a:accent5>
      <a:accent6>
        <a:srgbClr val="002060"/>
      </a:accent6>
      <a:hlink>
        <a:srgbClr val="1263A0"/>
      </a:hlink>
      <a:folHlink>
        <a:srgbClr val="1263A0"/>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2060"/>
        </a:solidFill>
        <a:ln>
          <a:noFill/>
        </a:ln>
      </a:spPr>
      <a:bodyPr rtlCol="0" anchor="t"/>
      <a:lstStyle>
        <a:defPPr algn="l">
          <a:defRPr sz="1200"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spcAft>
            <a:spcPts val="300"/>
          </a:spcAft>
          <a:buNone/>
          <a:defRPr sz="1200" dirty="0"/>
        </a:defPPr>
      </a:lstStyle>
    </a:txDef>
  </a:objectDefaults>
  <a:extraClrSchemeLst/>
  <a:extLst>
    <a:ext uri="{05A4C25C-085E-4340-85A3-A5531E510DB2}">
      <thm15:themeFamily xmlns:thm15="http://schemas.microsoft.com/office/thememl/2012/main" name="Charcot Capital - PowerPoint (2026.05).potx" id="{6C428711-EBD2-47A2-AD98-1E4F4C3D56E8}" vid="{10BDD220-6919-461D-A97D-E9F62EA9BA58}"/>
    </a:ext>
  </a:extLst>
</a:theme>
</file>

<file path=ppt/theme/theme2.xml><?xml version="1.0" encoding="utf-8"?>
<a:theme xmlns:a="http://schemas.openxmlformats.org/drawingml/2006/main" name="Charcot_Subtitle">
  <a:themeElements>
    <a:clrScheme name="Charcot (2026.05)">
      <a:dk1>
        <a:sysClr val="windowText" lastClr="000000"/>
      </a:dk1>
      <a:lt1>
        <a:sysClr val="window" lastClr="FFFFFF"/>
      </a:lt1>
      <a:dk2>
        <a:srgbClr val="2E3F52"/>
      </a:dk2>
      <a:lt2>
        <a:srgbClr val="E8ECF0"/>
      </a:lt2>
      <a:accent1>
        <a:srgbClr val="002060"/>
      </a:accent1>
      <a:accent2>
        <a:srgbClr val="5C5C5C"/>
      </a:accent2>
      <a:accent3>
        <a:srgbClr val="9E9E9E"/>
      </a:accent3>
      <a:accent4>
        <a:srgbClr val="7B2D42"/>
      </a:accent4>
      <a:accent5>
        <a:srgbClr val="002060"/>
      </a:accent5>
      <a:accent6>
        <a:srgbClr val="002060"/>
      </a:accent6>
      <a:hlink>
        <a:srgbClr val="1263A0"/>
      </a:hlink>
      <a:folHlink>
        <a:srgbClr val="1263A0"/>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2060"/>
        </a:solidFill>
        <a:ln>
          <a:noFill/>
        </a:ln>
      </a:spPr>
      <a:bodyPr rtlCol="0" anchor="t"/>
      <a:lstStyle>
        <a:defPPr algn="l">
          <a:defRPr sz="1200"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spcAft>
            <a:spcPts val="300"/>
          </a:spcAft>
          <a:buNone/>
          <a:defRPr sz="1200" dirty="0"/>
        </a:defPPr>
      </a:lstStyle>
    </a:txDef>
  </a:objectDefaults>
  <a:extraClrSchemeLst/>
  <a:extLst>
    <a:ext uri="{05A4C25C-085E-4340-85A3-A5531E510DB2}">
      <thm15:themeFamily xmlns:thm15="http://schemas.microsoft.com/office/thememl/2012/main" name="Charcot Capital - PowerPoint (2026.05).potx" id="{6C428711-EBD2-47A2-AD98-1E4F4C3D56E8}" vid="{ABD13B85-5FED-458F-B7FA-04B2F772A1D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715E386-07D9-429E-B932-F8C562A57D96}">
  <we:reference id="WA200010001" version="1.0.0.1" store="Omex" storeType="OMEX"/>
  <we:alternateReferences>
    <we:reference id="WA200010001" version="1.0.0.1" store="WA200010001" storeType="OMEX"/>
  </we:alternateReferences>
  <we:properties>
    <we:property name="claude.fileId" value="&quot;98f7af57-1a95-4b93-96cc-69d406e5e3b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7222</TotalTime>
  <Words>258</Words>
  <Application>Microsoft Office PowerPoint</Application>
  <PresentationFormat>Widescreen</PresentationFormat>
  <Paragraphs>112</Paragraphs>
  <Slides>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vt:i4>
      </vt:variant>
    </vt:vector>
  </HeadingPairs>
  <TitlesOfParts>
    <vt:vector size="12" baseType="lpstr">
      <vt:lpstr>Aptos</vt:lpstr>
      <vt:lpstr>Arial</vt:lpstr>
      <vt:lpstr>Calibri</vt:lpstr>
      <vt:lpstr>Calibri Light</vt:lpstr>
      <vt:lpstr>Instrument Serif</vt:lpstr>
      <vt:lpstr>Inter Tight</vt:lpstr>
      <vt:lpstr>Times New Roman</vt:lpstr>
      <vt:lpstr>Wingdings</vt:lpstr>
      <vt:lpstr>Charcot_Plain</vt:lpstr>
      <vt:lpstr>Charcot_Subtitle</vt:lpstr>
      <vt:lpstr>Fonts used in new drafts for redesign of Charcot Capital website 2026</vt:lpstr>
      <vt:lpstr>Colour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Thorsten Jabas</dc:creator>
  <cp:lastModifiedBy>Thorsten Jabas</cp:lastModifiedBy>
  <cp:revision>38</cp:revision>
  <cp:lastPrinted>2026-06-02T16:46:57Z</cp:lastPrinted>
  <dcterms:created xsi:type="dcterms:W3CDTF">2026-05-15T10:04:26Z</dcterms:created>
  <dcterms:modified xsi:type="dcterms:W3CDTF">2026-06-07T12:29:55Z</dcterms:modified>
</cp:coreProperties>
</file>